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4" r:id="rId7"/>
    <p:sldId id="265" r:id="rId8"/>
    <p:sldId id="263" r:id="rId9"/>
    <p:sldId id="266" r:id="rId10"/>
    <p:sldId id="267" r:id="rId11"/>
    <p:sldId id="268" r:id="rId12"/>
    <p:sldId id="281" r:id="rId13"/>
    <p:sldId id="282" r:id="rId14"/>
    <p:sldId id="283" r:id="rId15"/>
    <p:sldId id="273" r:id="rId16"/>
    <p:sldId id="284" r:id="rId17"/>
    <p:sldId id="275" r:id="rId18"/>
    <p:sldId id="285" r:id="rId19"/>
    <p:sldId id="286" r:id="rId20"/>
    <p:sldId id="287" r:id="rId21"/>
    <p:sldId id="288" r:id="rId22"/>
    <p:sldId id="280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6990"/>
    <a:srgbClr val="3B27F9"/>
    <a:srgbClr val="5154CF"/>
    <a:srgbClr val="E8ECF1"/>
    <a:srgbClr val="407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E5EE0-5F1D-4E21-85F7-AC6F757696E3}" v="6" dt="2026-09-08T16:43:32.8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5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onora Sgorbini" userId="c7be95d6-1c16-4fa1-b340-5d08b631f068" providerId="ADAL" clId="{B90461F4-8F68-4390-8D42-6D04250C409F}"/>
    <pc:docChg chg="undo redo custSel addSld delSld modSld sldOrd">
      <pc:chgData name="Eleonora Sgorbini" userId="c7be95d6-1c16-4fa1-b340-5d08b631f068" providerId="ADAL" clId="{B90461F4-8F68-4390-8D42-6D04250C409F}" dt="2026-09-08T16:43:32.832" v="5613"/>
      <pc:docMkLst>
        <pc:docMk/>
      </pc:docMkLst>
      <pc:sldChg chg="modSp mod modNotesTx">
        <pc:chgData name="Eleonora Sgorbini" userId="c7be95d6-1c16-4fa1-b340-5d08b631f068" providerId="ADAL" clId="{B90461F4-8F68-4390-8D42-6D04250C409F}" dt="2026-09-08T16:41:55.081" v="5570" actId="2711"/>
        <pc:sldMkLst>
          <pc:docMk/>
          <pc:sldMk cId="1822121197" sldId="257"/>
        </pc:sldMkLst>
        <pc:spChg chg="mod">
          <ac:chgData name="Eleonora Sgorbini" userId="c7be95d6-1c16-4fa1-b340-5d08b631f068" providerId="ADAL" clId="{B90461F4-8F68-4390-8D42-6D04250C409F}" dt="2026-09-08T16:41:55.081" v="5570" actId="2711"/>
          <ac:spMkLst>
            <pc:docMk/>
            <pc:sldMk cId="1822121197" sldId="257"/>
            <ac:spMk id="17" creationId="{813768E4-600D-0072-0B4E-A5F5DF3E8F3A}"/>
          </ac:spMkLst>
        </pc:spChg>
        <pc:spChg chg="mod">
          <ac:chgData name="Eleonora Sgorbini" userId="c7be95d6-1c16-4fa1-b340-5d08b631f068" providerId="ADAL" clId="{B90461F4-8F68-4390-8D42-6D04250C409F}" dt="2026-09-08T16:41:50.222" v="5569" actId="2711"/>
          <ac:spMkLst>
            <pc:docMk/>
            <pc:sldMk cId="1822121197" sldId="257"/>
            <ac:spMk id="31" creationId="{22B91589-FB96-A9CD-CC29-83A250F69DF5}"/>
          </ac:spMkLst>
        </pc:spChg>
        <pc:picChg chg="mod">
          <ac:chgData name="Eleonora Sgorbini" userId="c7be95d6-1c16-4fa1-b340-5d08b631f068" providerId="ADAL" clId="{B90461F4-8F68-4390-8D42-6D04250C409F}" dt="2026-09-04T20:43:52.367" v="24"/>
          <ac:picMkLst>
            <pc:docMk/>
            <pc:sldMk cId="1822121197" sldId="257"/>
            <ac:picMk id="21" creationId="{A6BC7E8B-3C23-28E4-370E-3B0CAC071737}"/>
          </ac:picMkLst>
        </pc:picChg>
      </pc:sldChg>
      <pc:sldChg chg="addSp delSp modSp mod modAnim modNotesTx">
        <pc:chgData name="Eleonora Sgorbini" userId="c7be95d6-1c16-4fa1-b340-5d08b631f068" providerId="ADAL" clId="{B90461F4-8F68-4390-8D42-6D04250C409F}" dt="2026-09-07T14:19:48.839" v="5504" actId="20577"/>
        <pc:sldMkLst>
          <pc:docMk/>
          <pc:sldMk cId="2704162122" sldId="259"/>
        </pc:sldMkLst>
        <pc:spChg chg="add mod">
          <ac:chgData name="Eleonora Sgorbini" userId="c7be95d6-1c16-4fa1-b340-5d08b631f068" providerId="ADAL" clId="{B90461F4-8F68-4390-8D42-6D04250C409F}" dt="2026-09-07T13:45:38.994" v="5477" actId="767"/>
          <ac:spMkLst>
            <pc:docMk/>
            <pc:sldMk cId="2704162122" sldId="259"/>
            <ac:spMk id="2" creationId="{82895C1D-29F9-34FF-B96B-9E8AD28F2CB0}"/>
          </ac:spMkLst>
        </pc:spChg>
        <pc:spChg chg="mod">
          <ac:chgData name="Eleonora Sgorbini" userId="c7be95d6-1c16-4fa1-b340-5d08b631f068" providerId="ADAL" clId="{B90461F4-8F68-4390-8D42-6D04250C409F}" dt="2026-09-04T16:36:09.132" v="0"/>
          <ac:spMkLst>
            <pc:docMk/>
            <pc:sldMk cId="2704162122" sldId="259"/>
            <ac:spMk id="9" creationId="{474ECB42-E4CA-3F46-F0A8-C314B2016576}"/>
          </ac:spMkLst>
        </pc:spChg>
        <pc:spChg chg="del mod">
          <ac:chgData name="Eleonora Sgorbini" userId="c7be95d6-1c16-4fa1-b340-5d08b631f068" providerId="ADAL" clId="{B90461F4-8F68-4390-8D42-6D04250C409F}" dt="2026-09-07T13:46:23.736" v="5480" actId="478"/>
          <ac:spMkLst>
            <pc:docMk/>
            <pc:sldMk cId="2704162122" sldId="259"/>
            <ac:spMk id="17" creationId="{77DD0F69-D95B-920D-74A8-43963455BB27}"/>
          </ac:spMkLst>
        </pc:spChg>
        <pc:spChg chg="add mod">
          <ac:chgData name="Eleonora Sgorbini" userId="c7be95d6-1c16-4fa1-b340-5d08b631f068" providerId="ADAL" clId="{B90461F4-8F68-4390-8D42-6D04250C409F}" dt="2026-09-04T21:04:10.099" v="111" actId="255"/>
          <ac:spMkLst>
            <pc:docMk/>
            <pc:sldMk cId="2704162122" sldId="259"/>
            <ac:spMk id="21" creationId="{FAF888A9-0E8C-11C3-4A95-228FC1364CD9}"/>
          </ac:spMkLst>
        </pc:spChg>
        <pc:picChg chg="mod">
          <ac:chgData name="Eleonora Sgorbini" userId="c7be95d6-1c16-4fa1-b340-5d08b631f068" providerId="ADAL" clId="{B90461F4-8F68-4390-8D42-6D04250C409F}" dt="2026-09-07T13:45:39.541" v="5478" actId="1076"/>
          <ac:picMkLst>
            <pc:docMk/>
            <pc:sldMk cId="2704162122" sldId="259"/>
            <ac:picMk id="5" creationId="{BD821E05-3F27-39EF-189B-40CA599C1551}"/>
          </ac:picMkLst>
        </pc:picChg>
      </pc:sldChg>
      <pc:sldChg chg="addSp delSp modSp mod modNotesTx">
        <pc:chgData name="Eleonora Sgorbini" userId="c7be95d6-1c16-4fa1-b340-5d08b631f068" providerId="ADAL" clId="{B90461F4-8F68-4390-8D42-6D04250C409F}" dt="2026-09-07T14:19:53.328" v="5507" actId="20577"/>
        <pc:sldMkLst>
          <pc:docMk/>
          <pc:sldMk cId="3257060549" sldId="260"/>
        </pc:sldMkLst>
        <pc:spChg chg="add mod">
          <ac:chgData name="Eleonora Sgorbini" userId="c7be95d6-1c16-4fa1-b340-5d08b631f068" providerId="ADAL" clId="{B90461F4-8F68-4390-8D42-6D04250C409F}" dt="2026-09-05T13:15:19.488" v="296" actId="207"/>
          <ac:spMkLst>
            <pc:docMk/>
            <pc:sldMk cId="3257060549" sldId="260"/>
            <ac:spMk id="2" creationId="{BEFFE21E-E9F9-6E44-2E17-B8FFC4ECCE5E}"/>
          </ac:spMkLst>
        </pc:spChg>
        <pc:spChg chg="add mod">
          <ac:chgData name="Eleonora Sgorbini" userId="c7be95d6-1c16-4fa1-b340-5d08b631f068" providerId="ADAL" clId="{B90461F4-8F68-4390-8D42-6D04250C409F}" dt="2026-09-05T13:13:10.244" v="262" actId="1076"/>
          <ac:spMkLst>
            <pc:docMk/>
            <pc:sldMk cId="3257060549" sldId="260"/>
            <ac:spMk id="26" creationId="{9022706B-EE55-D3C3-581E-5E14658BA6C6}"/>
          </ac:spMkLst>
        </pc:spChg>
        <pc:spChg chg="add mod">
          <ac:chgData name="Eleonora Sgorbini" userId="c7be95d6-1c16-4fa1-b340-5d08b631f068" providerId="ADAL" clId="{B90461F4-8F68-4390-8D42-6D04250C409F}" dt="2026-09-05T13:13:36.281" v="281" actId="1036"/>
          <ac:spMkLst>
            <pc:docMk/>
            <pc:sldMk cId="3257060549" sldId="260"/>
            <ac:spMk id="28" creationId="{F1ABC955-90ED-E94B-F6B4-07B8DCB19941}"/>
          </ac:spMkLst>
        </pc:spChg>
        <pc:spChg chg="add mod">
          <ac:chgData name="Eleonora Sgorbini" userId="c7be95d6-1c16-4fa1-b340-5d08b631f068" providerId="ADAL" clId="{B90461F4-8F68-4390-8D42-6D04250C409F}" dt="2026-09-05T13:13:55.012" v="285" actId="208"/>
          <ac:spMkLst>
            <pc:docMk/>
            <pc:sldMk cId="3257060549" sldId="260"/>
            <ac:spMk id="30" creationId="{C5162A0D-1419-F629-3760-312EB46D00AE}"/>
          </ac:spMkLst>
        </pc:spChg>
        <pc:spChg chg="add mod">
          <ac:chgData name="Eleonora Sgorbini" userId="c7be95d6-1c16-4fa1-b340-5d08b631f068" providerId="ADAL" clId="{B90461F4-8F68-4390-8D42-6D04250C409F}" dt="2026-09-05T13:14:05.766" v="289" actId="208"/>
          <ac:spMkLst>
            <pc:docMk/>
            <pc:sldMk cId="3257060549" sldId="260"/>
            <ac:spMk id="32" creationId="{90FBFE4A-FA51-7B4C-DD47-326E53DA5853}"/>
          </ac:spMkLst>
        </pc:spChg>
        <pc:spChg chg="add mod">
          <ac:chgData name="Eleonora Sgorbini" userId="c7be95d6-1c16-4fa1-b340-5d08b631f068" providerId="ADAL" clId="{B90461F4-8F68-4390-8D42-6D04250C409F}" dt="2026-09-05T13:14:26.412" v="295" actId="208"/>
          <ac:spMkLst>
            <pc:docMk/>
            <pc:sldMk cId="3257060549" sldId="260"/>
            <ac:spMk id="34" creationId="{DF559E81-AC9C-A7BB-F2E7-95F5B4D9E508}"/>
          </ac:spMkLst>
        </pc:spChg>
        <pc:spChg chg="mod">
          <ac:chgData name="Eleonora Sgorbini" userId="c7be95d6-1c16-4fa1-b340-5d08b631f068" providerId="ADAL" clId="{B90461F4-8F68-4390-8D42-6D04250C409F}" dt="2026-09-05T13:12:56.337" v="258" actId="1076"/>
          <ac:spMkLst>
            <pc:docMk/>
            <pc:sldMk cId="3257060549" sldId="260"/>
            <ac:spMk id="51" creationId="{2FC675CA-C983-EB79-3448-15286BF0989F}"/>
          </ac:spMkLst>
        </pc:spChg>
        <pc:picChg chg="mod">
          <ac:chgData name="Eleonora Sgorbini" userId="c7be95d6-1c16-4fa1-b340-5d08b631f068" providerId="ADAL" clId="{B90461F4-8F68-4390-8D42-6D04250C409F}" dt="2026-09-05T13:14:14.679" v="293" actId="1076"/>
          <ac:picMkLst>
            <pc:docMk/>
            <pc:sldMk cId="3257060549" sldId="260"/>
            <ac:picMk id="10" creationId="{6A9C370A-F463-976E-4B74-4D32DFCFBF7B}"/>
          </ac:picMkLst>
        </pc:picChg>
        <pc:cxnChg chg="add mod">
          <ac:chgData name="Eleonora Sgorbini" userId="c7be95d6-1c16-4fa1-b340-5d08b631f068" providerId="ADAL" clId="{B90461F4-8F68-4390-8D42-6D04250C409F}" dt="2026-09-05T13:06:27.613" v="124" actId="208"/>
          <ac:cxnSpMkLst>
            <pc:docMk/>
            <pc:sldMk cId="3257060549" sldId="260"/>
            <ac:cxnSpMk id="5" creationId="{93715B64-61E1-C960-8531-C5FC3E64A408}"/>
          </ac:cxnSpMkLst>
        </pc:cxnChg>
        <pc:cxnChg chg="add mod">
          <ac:chgData name="Eleonora Sgorbini" userId="c7be95d6-1c16-4fa1-b340-5d08b631f068" providerId="ADAL" clId="{B90461F4-8F68-4390-8D42-6D04250C409F}" dt="2026-09-05T13:06:48.971" v="149" actId="1036"/>
          <ac:cxnSpMkLst>
            <pc:docMk/>
            <pc:sldMk cId="3257060549" sldId="260"/>
            <ac:cxnSpMk id="6" creationId="{07C3513C-3F6F-D8A9-181A-B199250EC684}"/>
          </ac:cxnSpMkLst>
        </pc:cxnChg>
        <pc:cxnChg chg="add mod">
          <ac:chgData name="Eleonora Sgorbini" userId="c7be95d6-1c16-4fa1-b340-5d08b631f068" providerId="ADAL" clId="{B90461F4-8F68-4390-8D42-6D04250C409F}" dt="2026-09-05T13:08:20.509" v="179" actId="1035"/>
          <ac:cxnSpMkLst>
            <pc:docMk/>
            <pc:sldMk cId="3257060549" sldId="260"/>
            <ac:cxnSpMk id="12" creationId="{8F149AAC-7132-45A0-6B21-2A6604DB11D7}"/>
          </ac:cxnSpMkLst>
        </pc:cxnChg>
        <pc:cxnChg chg="add mod">
          <ac:chgData name="Eleonora Sgorbini" userId="c7be95d6-1c16-4fa1-b340-5d08b631f068" providerId="ADAL" clId="{B90461F4-8F68-4390-8D42-6D04250C409F}" dt="2026-09-05T13:07:59.429" v="171" actId="1035"/>
          <ac:cxnSpMkLst>
            <pc:docMk/>
            <pc:sldMk cId="3257060549" sldId="260"/>
            <ac:cxnSpMk id="13" creationId="{A1807F0C-9BAA-7A89-7D46-D6898A85A21F}"/>
          </ac:cxnSpMkLst>
        </pc:cxnChg>
        <pc:cxnChg chg="add mod">
          <ac:chgData name="Eleonora Sgorbini" userId="c7be95d6-1c16-4fa1-b340-5d08b631f068" providerId="ADAL" clId="{B90461F4-8F68-4390-8D42-6D04250C409F}" dt="2026-09-05T13:08:38.707" v="188" actId="1036"/>
          <ac:cxnSpMkLst>
            <pc:docMk/>
            <pc:sldMk cId="3257060549" sldId="260"/>
            <ac:cxnSpMk id="15" creationId="{D2E5603C-28E8-9D94-8F51-EF34BDDD3FE2}"/>
          </ac:cxnSpMkLst>
        </pc:cxnChg>
        <pc:cxnChg chg="add mod">
          <ac:chgData name="Eleonora Sgorbini" userId="c7be95d6-1c16-4fa1-b340-5d08b631f068" providerId="ADAL" clId="{B90461F4-8F68-4390-8D42-6D04250C409F}" dt="2026-09-05T13:08:51.200" v="196" actId="14100"/>
          <ac:cxnSpMkLst>
            <pc:docMk/>
            <pc:sldMk cId="3257060549" sldId="260"/>
            <ac:cxnSpMk id="16" creationId="{D5BD3BA7-96FF-5F73-9256-95894CA010D3}"/>
          </ac:cxnSpMkLst>
        </pc:cxnChg>
        <pc:cxnChg chg="add mod">
          <ac:chgData name="Eleonora Sgorbini" userId="c7be95d6-1c16-4fa1-b340-5d08b631f068" providerId="ADAL" clId="{B90461F4-8F68-4390-8D42-6D04250C409F}" dt="2026-09-05T13:09:25.004" v="205" actId="1038"/>
          <ac:cxnSpMkLst>
            <pc:docMk/>
            <pc:sldMk cId="3257060549" sldId="260"/>
            <ac:cxnSpMk id="18" creationId="{43125BD0-EAA6-BCE9-91CF-A696848C8D0C}"/>
          </ac:cxnSpMkLst>
        </pc:cxnChg>
        <pc:cxnChg chg="add mod">
          <ac:chgData name="Eleonora Sgorbini" userId="c7be95d6-1c16-4fa1-b340-5d08b631f068" providerId="ADAL" clId="{B90461F4-8F68-4390-8D42-6D04250C409F}" dt="2026-09-05T13:11:10.003" v="212" actId="208"/>
          <ac:cxnSpMkLst>
            <pc:docMk/>
            <pc:sldMk cId="3257060549" sldId="260"/>
            <ac:cxnSpMk id="20" creationId="{46292D2C-8F07-635D-4688-6AD8979682D7}"/>
          </ac:cxnSpMkLst>
        </pc:cxnChg>
        <pc:cxnChg chg="add mod">
          <ac:chgData name="Eleonora Sgorbini" userId="c7be95d6-1c16-4fa1-b340-5d08b631f068" providerId="ADAL" clId="{B90461F4-8F68-4390-8D42-6D04250C409F}" dt="2026-09-05T13:11:44.268" v="218" actId="208"/>
          <ac:cxnSpMkLst>
            <pc:docMk/>
            <pc:sldMk cId="3257060549" sldId="260"/>
            <ac:cxnSpMk id="22" creationId="{F368D658-BAAC-5DF3-8447-C9DC8ECB360D}"/>
          </ac:cxnSpMkLst>
        </pc:cxnChg>
        <pc:cxnChg chg="add mod">
          <ac:chgData name="Eleonora Sgorbini" userId="c7be95d6-1c16-4fa1-b340-5d08b631f068" providerId="ADAL" clId="{B90461F4-8F68-4390-8D42-6D04250C409F}" dt="2026-09-05T13:12:07.367" v="252" actId="1038"/>
          <ac:cxnSpMkLst>
            <pc:docMk/>
            <pc:sldMk cId="3257060549" sldId="260"/>
            <ac:cxnSpMk id="24" creationId="{F97115F4-121E-06CF-FBA2-8447141E1333}"/>
          </ac:cxnSpMkLst>
        </pc:cxnChg>
      </pc:sldChg>
      <pc:sldChg chg="addSp delSp modSp add mod ord modNotesTx">
        <pc:chgData name="Eleonora Sgorbini" userId="c7be95d6-1c16-4fa1-b340-5d08b631f068" providerId="ADAL" clId="{B90461F4-8F68-4390-8D42-6D04250C409F}" dt="2026-09-07T14:19:58.669" v="5511" actId="20577"/>
        <pc:sldMkLst>
          <pc:docMk/>
          <pc:sldMk cId="1070833729" sldId="262"/>
        </pc:sldMkLst>
        <pc:spChg chg="mod">
          <ac:chgData name="Eleonora Sgorbini" userId="c7be95d6-1c16-4fa1-b340-5d08b631f068" providerId="ADAL" clId="{B90461F4-8F68-4390-8D42-6D04250C409F}" dt="2026-09-05T16:31:42.132" v="352" actId="20577"/>
          <ac:spMkLst>
            <pc:docMk/>
            <pc:sldMk cId="1070833729" sldId="262"/>
            <ac:spMk id="9" creationId="{C98A7397-4854-2A43-133A-16A9C5DC8F0C}"/>
          </ac:spMkLst>
        </pc:spChg>
        <pc:spChg chg="del">
          <ac:chgData name="Eleonora Sgorbini" userId="c7be95d6-1c16-4fa1-b340-5d08b631f068" providerId="ADAL" clId="{B90461F4-8F68-4390-8D42-6D04250C409F}" dt="2026-09-07T13:46:50.795" v="5481" actId="478"/>
          <ac:spMkLst>
            <pc:docMk/>
            <pc:sldMk cId="1070833729" sldId="262"/>
            <ac:spMk id="17" creationId="{30FFAFE7-83FA-0BD5-A937-6B59728B1C8D}"/>
          </ac:spMkLst>
        </pc:spChg>
        <pc:spChg chg="add mod">
          <ac:chgData name="Eleonora Sgorbini" userId="c7be95d6-1c16-4fa1-b340-5d08b631f068" providerId="ADAL" clId="{B90461F4-8F68-4390-8D42-6D04250C409F}" dt="2026-09-05T16:37:24.355" v="408" actId="114"/>
          <ac:spMkLst>
            <pc:docMk/>
            <pc:sldMk cId="1070833729" sldId="262"/>
            <ac:spMk id="23" creationId="{C28A27F8-170A-AD34-CDEC-385CCF2D4857}"/>
          </ac:spMkLst>
        </pc:spChg>
        <pc:spChg chg="add mod">
          <ac:chgData name="Eleonora Sgorbini" userId="c7be95d6-1c16-4fa1-b340-5d08b631f068" providerId="ADAL" clId="{B90461F4-8F68-4390-8D42-6D04250C409F}" dt="2026-09-05T16:40:13.376" v="492" actId="20577"/>
          <ac:spMkLst>
            <pc:docMk/>
            <pc:sldMk cId="1070833729" sldId="262"/>
            <ac:spMk id="24" creationId="{D4D95309-F813-CBE4-FFFD-FD9604A9E5C7}"/>
          </ac:spMkLst>
        </pc:spChg>
        <pc:spChg chg="add mod">
          <ac:chgData name="Eleonora Sgorbini" userId="c7be95d6-1c16-4fa1-b340-5d08b631f068" providerId="ADAL" clId="{B90461F4-8F68-4390-8D42-6D04250C409F}" dt="2026-09-05T16:40:28.346" v="498" actId="20577"/>
          <ac:spMkLst>
            <pc:docMk/>
            <pc:sldMk cId="1070833729" sldId="262"/>
            <ac:spMk id="28" creationId="{7852DA4F-3E01-360F-C8E0-F9805DA30F0C}"/>
          </ac:spMkLst>
        </pc:spChg>
        <pc:spChg chg="add mod">
          <ac:chgData name="Eleonora Sgorbini" userId="c7be95d6-1c16-4fa1-b340-5d08b631f068" providerId="ADAL" clId="{B90461F4-8F68-4390-8D42-6D04250C409F}" dt="2026-09-05T16:45:09.662" v="684" actId="1076"/>
          <ac:spMkLst>
            <pc:docMk/>
            <pc:sldMk cId="1070833729" sldId="262"/>
            <ac:spMk id="34" creationId="{6F5EE527-EA4B-6A12-84FF-C8DB39A84488}"/>
          </ac:spMkLst>
        </pc:spChg>
        <pc:spChg chg="add mod">
          <ac:chgData name="Eleonora Sgorbini" userId="c7be95d6-1c16-4fa1-b340-5d08b631f068" providerId="ADAL" clId="{B90461F4-8F68-4390-8D42-6D04250C409F}" dt="2026-09-05T16:45:17.933" v="686" actId="14100"/>
          <ac:spMkLst>
            <pc:docMk/>
            <pc:sldMk cId="1070833729" sldId="262"/>
            <ac:spMk id="36" creationId="{78F98B74-AB1E-FEA5-5E2A-736980CDEC1B}"/>
          </ac:spMkLst>
        </pc:spChg>
        <pc:graphicFrameChg chg="add mod modGraphic">
          <ac:chgData name="Eleonora Sgorbini" userId="c7be95d6-1c16-4fa1-b340-5d08b631f068" providerId="ADAL" clId="{B90461F4-8F68-4390-8D42-6D04250C409F}" dt="2026-09-07T13:43:01.593" v="5465" actId="20577"/>
          <ac:graphicFrameMkLst>
            <pc:docMk/>
            <pc:sldMk cId="1070833729" sldId="262"/>
            <ac:graphicFrameMk id="37" creationId="{53AC087C-24B1-78C4-8474-CDD90544D8CF}"/>
          </ac:graphicFrameMkLst>
        </pc:graphicFrameChg>
        <pc:graphicFrameChg chg="add mod modGraphic">
          <ac:chgData name="Eleonora Sgorbini" userId="c7be95d6-1c16-4fa1-b340-5d08b631f068" providerId="ADAL" clId="{B90461F4-8F68-4390-8D42-6D04250C409F}" dt="2026-09-07T13:48:17.763" v="5498" actId="20577"/>
          <ac:graphicFrameMkLst>
            <pc:docMk/>
            <pc:sldMk cId="1070833729" sldId="262"/>
            <ac:graphicFrameMk id="39" creationId="{EFFD86C6-F3A9-394F-9F71-DFCA88F68EEF}"/>
          </ac:graphicFrameMkLst>
        </pc:graphicFrameChg>
        <pc:graphicFrameChg chg="add mod modGraphic">
          <ac:chgData name="Eleonora Sgorbini" userId="c7be95d6-1c16-4fa1-b340-5d08b631f068" providerId="ADAL" clId="{B90461F4-8F68-4390-8D42-6D04250C409F}" dt="2026-09-07T13:42:52.566" v="5455" actId="20577"/>
          <ac:graphicFrameMkLst>
            <pc:docMk/>
            <pc:sldMk cId="1070833729" sldId="262"/>
            <ac:graphicFrameMk id="41" creationId="{AC17B247-9287-4DF9-2C35-9BC3037389EF}"/>
          </ac:graphicFrameMkLst>
        </pc:graphicFrameChg>
      </pc:sldChg>
      <pc:sldChg chg="addSp delSp modSp add mod modNotesTx">
        <pc:chgData name="Eleonora Sgorbini" userId="c7be95d6-1c16-4fa1-b340-5d08b631f068" providerId="ADAL" clId="{B90461F4-8F68-4390-8D42-6D04250C409F}" dt="2026-09-07T14:20:14.558" v="5524" actId="20577"/>
        <pc:sldMkLst>
          <pc:docMk/>
          <pc:sldMk cId="2992381988" sldId="263"/>
        </pc:sldMkLst>
        <pc:spChg chg="add mod">
          <ac:chgData name="Eleonora Sgorbini" userId="c7be95d6-1c16-4fa1-b340-5d08b631f068" providerId="ADAL" clId="{B90461F4-8F68-4390-8D42-6D04250C409F}" dt="2026-09-06T07:51:18.865" v="4525" actId="255"/>
          <ac:spMkLst>
            <pc:docMk/>
            <pc:sldMk cId="2992381988" sldId="263"/>
            <ac:spMk id="14" creationId="{4DD5338E-4D41-ED7B-DFD2-F890B9699858}"/>
          </ac:spMkLst>
        </pc:spChg>
        <pc:spChg chg="del">
          <ac:chgData name="Eleonora Sgorbini" userId="c7be95d6-1c16-4fa1-b340-5d08b631f068" providerId="ADAL" clId="{B90461F4-8F68-4390-8D42-6D04250C409F}" dt="2026-09-07T13:47:01.417" v="5482" actId="478"/>
          <ac:spMkLst>
            <pc:docMk/>
            <pc:sldMk cId="2992381988" sldId="263"/>
            <ac:spMk id="17" creationId="{93FCE89F-0364-98CE-86A7-0F15AFDDAE57}"/>
          </ac:spMkLst>
        </pc:spChg>
        <pc:spChg chg="add mod">
          <ac:chgData name="Eleonora Sgorbini" userId="c7be95d6-1c16-4fa1-b340-5d08b631f068" providerId="ADAL" clId="{B90461F4-8F68-4390-8D42-6D04250C409F}" dt="2026-09-06T07:51:29.846" v="4527" actId="1076"/>
          <ac:spMkLst>
            <pc:docMk/>
            <pc:sldMk cId="2992381988" sldId="263"/>
            <ac:spMk id="19" creationId="{9F971BA2-0048-C5F3-47F4-62F70A1BC3DB}"/>
          </ac:spMkLst>
        </pc:spChg>
        <pc:spChg chg="add mod">
          <ac:chgData name="Eleonora Sgorbini" userId="c7be95d6-1c16-4fa1-b340-5d08b631f068" providerId="ADAL" clId="{B90461F4-8F68-4390-8D42-6D04250C409F}" dt="2026-09-06T07:51:34.659" v="4528" actId="1076"/>
          <ac:spMkLst>
            <pc:docMk/>
            <pc:sldMk cId="2992381988" sldId="263"/>
            <ac:spMk id="28" creationId="{43A8EB56-1277-D234-207C-4BB8AD8A6AA3}"/>
          </ac:spMkLst>
        </pc:spChg>
        <pc:spChg chg="add mod">
          <ac:chgData name="Eleonora Sgorbini" userId="c7be95d6-1c16-4fa1-b340-5d08b631f068" providerId="ADAL" clId="{B90461F4-8F68-4390-8D42-6D04250C409F}" dt="2026-09-06T07:52:49.614" v="4605" actId="1076"/>
          <ac:spMkLst>
            <pc:docMk/>
            <pc:sldMk cId="2992381988" sldId="263"/>
            <ac:spMk id="30" creationId="{3252774D-7DBE-A61A-9845-7704232B87E5}"/>
          </ac:spMkLst>
        </pc:spChg>
        <pc:spChg chg="add mod">
          <ac:chgData name="Eleonora Sgorbini" userId="c7be95d6-1c16-4fa1-b340-5d08b631f068" providerId="ADAL" clId="{B90461F4-8F68-4390-8D42-6D04250C409F}" dt="2026-09-06T07:52:06.395" v="4550" actId="1036"/>
          <ac:spMkLst>
            <pc:docMk/>
            <pc:sldMk cId="2992381988" sldId="263"/>
            <ac:spMk id="32" creationId="{062398D3-BFA3-AE9B-424F-6744959C5566}"/>
          </ac:spMkLst>
        </pc:spChg>
        <pc:graphicFrameChg chg="add mod modGraphic">
          <ac:chgData name="Eleonora Sgorbini" userId="c7be95d6-1c16-4fa1-b340-5d08b631f068" providerId="ADAL" clId="{B90461F4-8F68-4390-8D42-6D04250C409F}" dt="2026-09-07T13:42:38.774" v="5454" actId="20577"/>
          <ac:graphicFrameMkLst>
            <pc:docMk/>
            <pc:sldMk cId="2992381988" sldId="263"/>
            <ac:graphicFrameMk id="10" creationId="{4320535D-CEB5-689E-C253-87A4CB45F078}"/>
          </ac:graphicFrameMkLst>
        </pc:graphicFrameChg>
        <pc:graphicFrameChg chg="add mod modGraphic">
          <ac:chgData name="Eleonora Sgorbini" userId="c7be95d6-1c16-4fa1-b340-5d08b631f068" providerId="ADAL" clId="{B90461F4-8F68-4390-8D42-6D04250C409F}" dt="2026-09-06T07:52:03.111" v="4543" actId="1076"/>
          <ac:graphicFrameMkLst>
            <pc:docMk/>
            <pc:sldMk cId="2992381988" sldId="263"/>
            <ac:graphicFrameMk id="26" creationId="{AF75FE8A-23B6-AEB0-8B31-F76C6CBF5CDC}"/>
          </ac:graphicFrameMkLst>
        </pc:graphicFrameChg>
      </pc:sldChg>
      <pc:sldChg chg="addSp delSp modSp add mod modNotesTx">
        <pc:chgData name="Eleonora Sgorbini" userId="c7be95d6-1c16-4fa1-b340-5d08b631f068" providerId="ADAL" clId="{B90461F4-8F68-4390-8D42-6D04250C409F}" dt="2026-09-07T14:20:01.816" v="5515" actId="20577"/>
        <pc:sldMkLst>
          <pc:docMk/>
          <pc:sldMk cId="645335459" sldId="264"/>
        </pc:sldMkLst>
        <pc:spChg chg="add mod">
          <ac:chgData name="Eleonora Sgorbini" userId="c7be95d6-1c16-4fa1-b340-5d08b631f068" providerId="ADAL" clId="{B90461F4-8F68-4390-8D42-6D04250C409F}" dt="2026-09-05T17:16:10.373" v="1878" actId="1076"/>
          <ac:spMkLst>
            <pc:docMk/>
            <pc:sldMk cId="645335459" sldId="264"/>
            <ac:spMk id="13" creationId="{D4853947-C939-A75E-9E4D-F6BF53385082}"/>
          </ac:spMkLst>
        </pc:spChg>
        <pc:spChg chg="add mod">
          <ac:chgData name="Eleonora Sgorbini" userId="c7be95d6-1c16-4fa1-b340-5d08b631f068" providerId="ADAL" clId="{B90461F4-8F68-4390-8D42-6D04250C409F}" dt="2026-09-05T17:16:19.044" v="1889" actId="208"/>
          <ac:spMkLst>
            <pc:docMk/>
            <pc:sldMk cId="645335459" sldId="264"/>
            <ac:spMk id="18" creationId="{6D2386D9-0596-DE85-DBEB-42AE4035B052}"/>
          </ac:spMkLst>
        </pc:spChg>
        <pc:spChg chg="add mod">
          <ac:chgData name="Eleonora Sgorbini" userId="c7be95d6-1c16-4fa1-b340-5d08b631f068" providerId="ADAL" clId="{B90461F4-8F68-4390-8D42-6D04250C409F}" dt="2026-09-05T17:16:49.427" v="1900" actId="208"/>
          <ac:spMkLst>
            <pc:docMk/>
            <pc:sldMk cId="645335459" sldId="264"/>
            <ac:spMk id="20" creationId="{A54E79EE-E0D2-F5EF-C3DB-9116F50AFE13}"/>
          </ac:spMkLst>
        </pc:spChg>
        <pc:graphicFrameChg chg="add mod modGraphic">
          <ac:chgData name="Eleonora Sgorbini" userId="c7be95d6-1c16-4fa1-b340-5d08b631f068" providerId="ADAL" clId="{B90461F4-8F68-4390-8D42-6D04250C409F}" dt="2026-09-07T13:42:25.301" v="5452" actId="20577"/>
          <ac:graphicFrameMkLst>
            <pc:docMk/>
            <pc:sldMk cId="645335459" sldId="264"/>
            <ac:graphicFrameMk id="3" creationId="{26D530EF-8B30-BDAA-D879-7B21F5E7B943}"/>
          </ac:graphicFrameMkLst>
        </pc:graphicFrameChg>
        <pc:picChg chg="add mod">
          <ac:chgData name="Eleonora Sgorbini" userId="c7be95d6-1c16-4fa1-b340-5d08b631f068" providerId="ADAL" clId="{B90461F4-8F68-4390-8D42-6D04250C409F}" dt="2026-09-05T17:15:19.826" v="1861" actId="1076"/>
          <ac:picMkLst>
            <pc:docMk/>
            <pc:sldMk cId="645335459" sldId="264"/>
            <ac:picMk id="10" creationId="{38FEDB4B-6043-237E-6492-865E455FC021}"/>
          </ac:picMkLst>
        </pc:picChg>
      </pc:sldChg>
      <pc:sldChg chg="addSp delSp modSp add mod modNotesTx">
        <pc:chgData name="Eleonora Sgorbini" userId="c7be95d6-1c16-4fa1-b340-5d08b631f068" providerId="ADAL" clId="{B90461F4-8F68-4390-8D42-6D04250C409F}" dt="2026-09-07T14:20:09.344" v="5519" actId="20577"/>
        <pc:sldMkLst>
          <pc:docMk/>
          <pc:sldMk cId="3480720635" sldId="265"/>
        </pc:sldMkLst>
        <pc:spChg chg="add mod">
          <ac:chgData name="Eleonora Sgorbini" userId="c7be95d6-1c16-4fa1-b340-5d08b631f068" providerId="ADAL" clId="{B90461F4-8F68-4390-8D42-6D04250C409F}" dt="2026-09-05T19:14:31.242" v="2362" actId="1076"/>
          <ac:spMkLst>
            <pc:docMk/>
            <pc:sldMk cId="3480720635" sldId="265"/>
            <ac:spMk id="7" creationId="{9E6524A5-A26C-5F76-28BA-9424D337E596}"/>
          </ac:spMkLst>
        </pc:spChg>
        <pc:graphicFrameChg chg="add mod modGraphic">
          <ac:chgData name="Eleonora Sgorbini" userId="c7be95d6-1c16-4fa1-b340-5d08b631f068" providerId="ADAL" clId="{B90461F4-8F68-4390-8D42-6D04250C409F}" dt="2026-09-06T07:43:51.447" v="4213"/>
          <ac:graphicFrameMkLst>
            <pc:docMk/>
            <pc:sldMk cId="3480720635" sldId="265"/>
            <ac:graphicFrameMk id="21" creationId="{E58908C2-6C94-7A87-6677-88A96C7D40AB}"/>
          </ac:graphicFrameMkLst>
        </pc:graphicFrameChg>
      </pc:sldChg>
      <pc:sldChg chg="addSp delSp modSp add mod modNotesTx">
        <pc:chgData name="Eleonora Sgorbini" userId="c7be95d6-1c16-4fa1-b340-5d08b631f068" providerId="ADAL" clId="{B90461F4-8F68-4390-8D42-6D04250C409F}" dt="2026-09-07T14:20:19.767" v="5527" actId="20577"/>
        <pc:sldMkLst>
          <pc:docMk/>
          <pc:sldMk cId="2689693424" sldId="266"/>
        </pc:sldMkLst>
        <pc:spChg chg="add mod">
          <ac:chgData name="Eleonora Sgorbini" userId="c7be95d6-1c16-4fa1-b340-5d08b631f068" providerId="ADAL" clId="{B90461F4-8F68-4390-8D42-6D04250C409F}" dt="2026-09-06T09:19:09.478" v="5274" actId="255"/>
          <ac:spMkLst>
            <pc:docMk/>
            <pc:sldMk cId="2689693424" sldId="266"/>
            <ac:spMk id="3" creationId="{86F3726E-C83B-450E-F453-F002D950BBA8}"/>
          </ac:spMkLst>
        </pc:spChg>
        <pc:spChg chg="mod">
          <ac:chgData name="Eleonora Sgorbini" userId="c7be95d6-1c16-4fa1-b340-5d08b631f068" providerId="ADAL" clId="{B90461F4-8F68-4390-8D42-6D04250C409F}" dt="2026-09-06T09:19:02.773" v="5270" actId="255"/>
          <ac:spMkLst>
            <pc:docMk/>
            <pc:sldMk cId="2689693424" sldId="266"/>
            <ac:spMk id="14" creationId="{A9FAF643-9213-702D-307A-17AD29ECAA0F}"/>
          </ac:spMkLst>
        </pc:spChg>
        <pc:picChg chg="add mod">
          <ac:chgData name="Eleonora Sgorbini" userId="c7be95d6-1c16-4fa1-b340-5d08b631f068" providerId="ADAL" clId="{B90461F4-8F68-4390-8D42-6D04250C409F}" dt="2026-09-06T09:19:51.301" v="5314" actId="1076"/>
          <ac:picMkLst>
            <pc:docMk/>
            <pc:sldMk cId="2689693424" sldId="266"/>
            <ac:picMk id="13" creationId="{5860FD7F-B819-C138-DADD-0BF57F0AC39D}"/>
          </ac:picMkLst>
        </pc:picChg>
        <pc:picChg chg="add mod">
          <ac:chgData name="Eleonora Sgorbini" userId="c7be95d6-1c16-4fa1-b340-5d08b631f068" providerId="ADAL" clId="{B90461F4-8F68-4390-8D42-6D04250C409F}" dt="2026-09-06T09:19:46.579" v="5313" actId="1076"/>
          <ac:picMkLst>
            <pc:docMk/>
            <pc:sldMk cId="2689693424" sldId="266"/>
            <ac:picMk id="16" creationId="{A416B7A1-8714-F79C-7C71-5BF49A1D509E}"/>
          </ac:picMkLst>
        </pc:picChg>
      </pc:sldChg>
      <pc:sldChg chg="addSp delSp modSp add mod modNotesTx">
        <pc:chgData name="Eleonora Sgorbini" userId="c7be95d6-1c16-4fa1-b340-5d08b631f068" providerId="ADAL" clId="{B90461F4-8F68-4390-8D42-6D04250C409F}" dt="2026-09-07T14:20:21.898" v="5530" actId="20577"/>
        <pc:sldMkLst>
          <pc:docMk/>
          <pc:sldMk cId="172016634" sldId="267"/>
        </pc:sldMkLst>
        <pc:spChg chg="mod">
          <ac:chgData name="Eleonora Sgorbini" userId="c7be95d6-1c16-4fa1-b340-5d08b631f068" providerId="ADAL" clId="{B90461F4-8F68-4390-8D42-6D04250C409F}" dt="2026-09-07T13:44:14.905" v="5474" actId="20577"/>
          <ac:spMkLst>
            <pc:docMk/>
            <pc:sldMk cId="172016634" sldId="267"/>
            <ac:spMk id="3" creationId="{7D3BD7F1-9CD0-7C24-D400-108AE7648584}"/>
          </ac:spMkLst>
        </pc:spChg>
        <pc:spChg chg="mod">
          <ac:chgData name="Eleonora Sgorbini" userId="c7be95d6-1c16-4fa1-b340-5d08b631f068" providerId="ADAL" clId="{B90461F4-8F68-4390-8D42-6D04250C409F}" dt="2026-09-06T09:19:16.280" v="5278" actId="255"/>
          <ac:spMkLst>
            <pc:docMk/>
            <pc:sldMk cId="172016634" sldId="267"/>
            <ac:spMk id="14" creationId="{806E398E-B462-3356-8408-0A6C90571BCE}"/>
          </ac:spMkLst>
        </pc:spChg>
        <pc:picChg chg="add">
          <ac:chgData name="Eleonora Sgorbini" userId="c7be95d6-1c16-4fa1-b340-5d08b631f068" providerId="ADAL" clId="{B90461F4-8F68-4390-8D42-6D04250C409F}" dt="2026-09-06T09:20:13.790" v="5325" actId="22"/>
          <ac:picMkLst>
            <pc:docMk/>
            <pc:sldMk cId="172016634" sldId="267"/>
            <ac:picMk id="21" creationId="{A4974AF2-FE9D-1ED1-94EE-1965C2DF201C}"/>
          </ac:picMkLst>
        </pc:picChg>
        <pc:picChg chg="add">
          <ac:chgData name="Eleonora Sgorbini" userId="c7be95d6-1c16-4fa1-b340-5d08b631f068" providerId="ADAL" clId="{B90461F4-8F68-4390-8D42-6D04250C409F}" dt="2026-09-06T09:20:30.212" v="5330" actId="22"/>
          <ac:picMkLst>
            <pc:docMk/>
            <pc:sldMk cId="172016634" sldId="267"/>
            <ac:picMk id="23" creationId="{4307A205-6656-6725-1414-236F7E852C7C}"/>
          </ac:picMkLst>
        </pc:picChg>
      </pc:sldChg>
      <pc:sldChg chg="addSp delSp modSp add mod delAnim modAnim modNotesTx">
        <pc:chgData name="Eleonora Sgorbini" userId="c7be95d6-1c16-4fa1-b340-5d08b631f068" providerId="ADAL" clId="{B90461F4-8F68-4390-8D42-6D04250C409F}" dt="2026-09-07T14:20:28.046" v="5534" actId="20577"/>
        <pc:sldMkLst>
          <pc:docMk/>
          <pc:sldMk cId="670814040" sldId="268"/>
        </pc:sldMkLst>
        <pc:spChg chg="add mod">
          <ac:chgData name="Eleonora Sgorbini" userId="c7be95d6-1c16-4fa1-b340-5d08b631f068" providerId="ADAL" clId="{B90461F4-8F68-4390-8D42-6D04250C409F}" dt="2026-09-06T08:25:18.895" v="4788" actId="1076"/>
          <ac:spMkLst>
            <pc:docMk/>
            <pc:sldMk cId="670814040" sldId="268"/>
            <ac:spMk id="2" creationId="{0C8666F7-18F8-7A81-E949-94BB94D344B1}"/>
          </ac:spMkLst>
        </pc:spChg>
        <pc:spChg chg="mod">
          <ac:chgData name="Eleonora Sgorbini" userId="c7be95d6-1c16-4fa1-b340-5d08b631f068" providerId="ADAL" clId="{B90461F4-8F68-4390-8D42-6D04250C409F}" dt="2026-09-05T19:40:38.081" v="3330" actId="20577"/>
          <ac:spMkLst>
            <pc:docMk/>
            <pc:sldMk cId="670814040" sldId="268"/>
            <ac:spMk id="9" creationId="{E72F29C8-89CF-DC37-5ECD-CDFE072E9D27}"/>
          </ac:spMkLst>
        </pc:spChg>
        <pc:graphicFrameChg chg="add mod modGraphic">
          <ac:chgData name="Eleonora Sgorbini" userId="c7be95d6-1c16-4fa1-b340-5d08b631f068" providerId="ADAL" clId="{B90461F4-8F68-4390-8D42-6D04250C409F}" dt="2026-09-05T19:48:04.890" v="3583" actId="1035"/>
          <ac:graphicFrameMkLst>
            <pc:docMk/>
            <pc:sldMk cId="670814040" sldId="268"/>
            <ac:graphicFrameMk id="6" creationId="{D6D9ECDD-0BA4-59E9-EBDE-5BC44AF1DC8C}"/>
          </ac:graphicFrameMkLst>
        </pc:graphicFrameChg>
        <pc:graphicFrameChg chg="add mod modGraphic">
          <ac:chgData name="Eleonora Sgorbini" userId="c7be95d6-1c16-4fa1-b340-5d08b631f068" providerId="ADAL" clId="{B90461F4-8F68-4390-8D42-6D04250C409F}" dt="2026-09-06T08:19:40.208" v="4756" actId="1076"/>
          <ac:graphicFrameMkLst>
            <pc:docMk/>
            <pc:sldMk cId="670814040" sldId="268"/>
            <ac:graphicFrameMk id="10" creationId="{C91E9473-4A1C-C956-1693-3EE0E13BE860}"/>
          </ac:graphicFrameMkLst>
        </pc:graphicFrameChg>
        <pc:picChg chg="add mod ord">
          <ac:chgData name="Eleonora Sgorbini" userId="c7be95d6-1c16-4fa1-b340-5d08b631f068" providerId="ADAL" clId="{B90461F4-8F68-4390-8D42-6D04250C409F}" dt="2026-09-06T08:31:35.316" v="4817" actId="207"/>
          <ac:picMkLst>
            <pc:docMk/>
            <pc:sldMk cId="670814040" sldId="268"/>
            <ac:picMk id="15" creationId="{1A4FF264-BA8E-4BD2-AADC-AA617F5D222C}"/>
          </ac:picMkLst>
        </pc:picChg>
        <pc:picChg chg="add mod ord">
          <ac:chgData name="Eleonora Sgorbini" userId="c7be95d6-1c16-4fa1-b340-5d08b631f068" providerId="ADAL" clId="{B90461F4-8F68-4390-8D42-6D04250C409F}" dt="2026-09-06T08:34:25.076" v="4835" actId="1076"/>
          <ac:picMkLst>
            <pc:docMk/>
            <pc:sldMk cId="670814040" sldId="268"/>
            <ac:picMk id="23" creationId="{42FD0011-A439-13A6-CA6A-C43C6ECF5E2D}"/>
          </ac:picMkLst>
        </pc:picChg>
        <pc:picChg chg="add mod">
          <ac:chgData name="Eleonora Sgorbini" userId="c7be95d6-1c16-4fa1-b340-5d08b631f068" providerId="ADAL" clId="{B90461F4-8F68-4390-8D42-6D04250C409F}" dt="2026-09-06T08:34:06.370" v="4830" actId="1076"/>
          <ac:picMkLst>
            <pc:docMk/>
            <pc:sldMk cId="670814040" sldId="268"/>
            <ac:picMk id="25" creationId="{5F9B3617-26E8-291F-A83C-6C1DF8850A5E}"/>
          </ac:picMkLst>
        </pc:picChg>
      </pc:sldChg>
      <pc:sldChg chg="addSp delSp modSp add mod delAnim modAnim modNotesTx">
        <pc:chgData name="Eleonora Sgorbini" userId="c7be95d6-1c16-4fa1-b340-5d08b631f068" providerId="ADAL" clId="{B90461F4-8F68-4390-8D42-6D04250C409F}" dt="2026-09-07T14:20:55.320" v="5549" actId="20577"/>
        <pc:sldMkLst>
          <pc:docMk/>
          <pc:sldMk cId="3237304603" sldId="273"/>
        </pc:sldMkLst>
        <pc:spChg chg="mod">
          <ac:chgData name="Eleonora Sgorbini" userId="c7be95d6-1c16-4fa1-b340-5d08b631f068" providerId="ADAL" clId="{B90461F4-8F68-4390-8D42-6D04250C409F}" dt="2026-09-05T20:06:29.006" v="4009" actId="20577"/>
          <ac:spMkLst>
            <pc:docMk/>
            <pc:sldMk cId="3237304603" sldId="273"/>
            <ac:spMk id="2" creationId="{A6C39B96-86F2-0408-E307-C0D38DCF0034}"/>
          </ac:spMkLst>
        </pc:spChg>
        <pc:graphicFrameChg chg="modGraphic">
          <ac:chgData name="Eleonora Sgorbini" userId="c7be95d6-1c16-4fa1-b340-5d08b631f068" providerId="ADAL" clId="{B90461F4-8F68-4390-8D42-6D04250C409F}" dt="2026-09-05T20:06:38.134" v="4013" actId="20577"/>
          <ac:graphicFrameMkLst>
            <pc:docMk/>
            <pc:sldMk cId="3237304603" sldId="273"/>
            <ac:graphicFrameMk id="6" creationId="{669DD442-147C-A1D2-7F19-FF710194DECC}"/>
          </ac:graphicFrameMkLst>
        </pc:graphicFrameChg>
        <pc:graphicFrameChg chg="mod modGraphic">
          <ac:chgData name="Eleonora Sgorbini" userId="c7be95d6-1c16-4fa1-b340-5d08b631f068" providerId="ADAL" clId="{B90461F4-8F68-4390-8D42-6D04250C409F}" dt="2026-09-06T08:45:57.716" v="4943" actId="1076"/>
          <ac:graphicFrameMkLst>
            <pc:docMk/>
            <pc:sldMk cId="3237304603" sldId="273"/>
            <ac:graphicFrameMk id="10" creationId="{F49DADFD-7E9F-1169-BB6D-02640C039C1A}"/>
          </ac:graphicFrameMkLst>
        </pc:graphicFrameChg>
        <pc:picChg chg="add">
          <ac:chgData name="Eleonora Sgorbini" userId="c7be95d6-1c16-4fa1-b340-5d08b631f068" providerId="ADAL" clId="{B90461F4-8F68-4390-8D42-6D04250C409F}" dt="2026-09-06T08:46:52.975" v="4951" actId="22"/>
          <ac:picMkLst>
            <pc:docMk/>
            <pc:sldMk cId="3237304603" sldId="273"/>
            <ac:picMk id="18" creationId="{177F5CF8-50C7-E0F4-0F11-CCC33194B4B6}"/>
          </ac:picMkLst>
        </pc:picChg>
        <pc:picChg chg="add mod">
          <ac:chgData name="Eleonora Sgorbini" userId="c7be95d6-1c16-4fa1-b340-5d08b631f068" providerId="ADAL" clId="{B90461F4-8F68-4390-8D42-6D04250C409F}" dt="2026-09-06T08:47:16.110" v="4954" actId="1076"/>
          <ac:picMkLst>
            <pc:docMk/>
            <pc:sldMk cId="3237304603" sldId="273"/>
            <ac:picMk id="20" creationId="{E5291B1D-4349-F3F1-FE1B-D9D7D79B5430}"/>
          </ac:picMkLst>
        </pc:picChg>
      </pc:sldChg>
      <pc:sldChg chg="addSp delSp modSp add mod delAnim modAnim modNotesTx">
        <pc:chgData name="Eleonora Sgorbini" userId="c7be95d6-1c16-4fa1-b340-5d08b631f068" providerId="ADAL" clId="{B90461F4-8F68-4390-8D42-6D04250C409F}" dt="2026-09-08T16:43:32.832" v="5613"/>
        <pc:sldMkLst>
          <pc:docMk/>
          <pc:sldMk cId="2459719005" sldId="275"/>
        </pc:sldMkLst>
        <pc:spChg chg="mod">
          <ac:chgData name="Eleonora Sgorbini" userId="c7be95d6-1c16-4fa1-b340-5d08b631f068" providerId="ADAL" clId="{B90461F4-8F68-4390-8D42-6D04250C409F}" dt="2026-09-07T13:43:47.796" v="5467" actId="20577"/>
          <ac:spMkLst>
            <pc:docMk/>
            <pc:sldMk cId="2459719005" sldId="275"/>
            <ac:spMk id="2" creationId="{54604424-119B-4055-D260-DF51D2EE601B}"/>
          </ac:spMkLst>
        </pc:spChg>
        <pc:graphicFrameChg chg="modGraphic">
          <ac:chgData name="Eleonora Sgorbini" userId="c7be95d6-1c16-4fa1-b340-5d08b631f068" providerId="ADAL" clId="{B90461F4-8F68-4390-8D42-6D04250C409F}" dt="2026-09-06T08:50:56.612" v="4990" actId="14734"/>
          <ac:graphicFrameMkLst>
            <pc:docMk/>
            <pc:sldMk cId="2459719005" sldId="275"/>
            <ac:graphicFrameMk id="6" creationId="{FB28FA0F-17BC-75AE-21EB-302AEC6766C1}"/>
          </ac:graphicFrameMkLst>
        </pc:graphicFrameChg>
        <pc:graphicFrameChg chg="mod modGraphic">
          <ac:chgData name="Eleonora Sgorbini" userId="c7be95d6-1c16-4fa1-b340-5d08b631f068" providerId="ADAL" clId="{B90461F4-8F68-4390-8D42-6D04250C409F}" dt="2026-09-08T16:43:32.832" v="5613"/>
          <ac:graphicFrameMkLst>
            <pc:docMk/>
            <pc:sldMk cId="2459719005" sldId="275"/>
            <ac:graphicFrameMk id="10" creationId="{4825B487-CCE9-1C6C-3494-FBE97A4DAFA3}"/>
          </ac:graphicFrameMkLst>
        </pc:graphicFrameChg>
        <pc:picChg chg="add mod">
          <ac:chgData name="Eleonora Sgorbini" userId="c7be95d6-1c16-4fa1-b340-5d08b631f068" providerId="ADAL" clId="{B90461F4-8F68-4390-8D42-6D04250C409F}" dt="2026-09-06T08:59:46.210" v="5015" actId="1076"/>
          <ac:picMkLst>
            <pc:docMk/>
            <pc:sldMk cId="2459719005" sldId="275"/>
            <ac:picMk id="7" creationId="{7594758B-2173-E0EC-B1BE-5E2D117DED63}"/>
          </ac:picMkLst>
        </pc:picChg>
        <pc:picChg chg="add mod">
          <ac:chgData name="Eleonora Sgorbini" userId="c7be95d6-1c16-4fa1-b340-5d08b631f068" providerId="ADAL" clId="{B90461F4-8F68-4390-8D42-6D04250C409F}" dt="2026-09-06T08:59:57.785" v="5016" actId="1076"/>
          <ac:picMkLst>
            <pc:docMk/>
            <pc:sldMk cId="2459719005" sldId="275"/>
            <ac:picMk id="16" creationId="{9150744D-7F2E-85B6-A865-768170F3A63D}"/>
          </ac:picMkLst>
        </pc:picChg>
        <pc:picChg chg="add mod">
          <ac:chgData name="Eleonora Sgorbini" userId="c7be95d6-1c16-4fa1-b340-5d08b631f068" providerId="ADAL" clId="{B90461F4-8F68-4390-8D42-6D04250C409F}" dt="2026-09-06T09:00:09.196" v="5017" actId="1076"/>
          <ac:picMkLst>
            <pc:docMk/>
            <pc:sldMk cId="2459719005" sldId="275"/>
            <ac:picMk id="18" creationId="{21A4EDE7-9894-7BFF-C5F2-7FA7B05CD441}"/>
          </ac:picMkLst>
        </pc:picChg>
      </pc:sldChg>
      <pc:sldChg chg="addSp delSp modSp add del mod ord delAnim modShow">
        <pc:chgData name="Eleonora Sgorbini" userId="c7be95d6-1c16-4fa1-b340-5d08b631f068" providerId="ADAL" clId="{B90461F4-8F68-4390-8D42-6D04250C409F}" dt="2026-09-07T13:34:45.770" v="5449" actId="2696"/>
        <pc:sldMkLst>
          <pc:docMk/>
          <pc:sldMk cId="2976986033" sldId="279"/>
        </pc:sldMkLst>
      </pc:sldChg>
      <pc:sldChg chg="delSp modSp add mod ord">
        <pc:chgData name="Eleonora Sgorbini" userId="c7be95d6-1c16-4fa1-b340-5d08b631f068" providerId="ADAL" clId="{B90461F4-8F68-4390-8D42-6D04250C409F}" dt="2026-09-05T20:21:43.997" v="4194" actId="478"/>
        <pc:sldMkLst>
          <pc:docMk/>
          <pc:sldMk cId="1596219930" sldId="280"/>
        </pc:sldMkLst>
        <pc:spChg chg="mod">
          <ac:chgData name="Eleonora Sgorbini" userId="c7be95d6-1c16-4fa1-b340-5d08b631f068" providerId="ADAL" clId="{B90461F4-8F68-4390-8D42-6D04250C409F}" dt="2026-09-05T20:21:31.496" v="4191" actId="20577"/>
          <ac:spMkLst>
            <pc:docMk/>
            <pc:sldMk cId="1596219930" sldId="280"/>
            <ac:spMk id="8" creationId="{D0184D09-0232-632F-EC43-A3BE8CD5E327}"/>
          </ac:spMkLst>
        </pc:spChg>
      </pc:sldChg>
      <pc:sldChg chg="addSp delSp modSp add mod delAnim modAnim modNotesTx">
        <pc:chgData name="Eleonora Sgorbini" userId="c7be95d6-1c16-4fa1-b340-5d08b631f068" providerId="ADAL" clId="{B90461F4-8F68-4390-8D42-6D04250C409F}" dt="2026-09-07T14:20:30.611" v="5538" actId="20577"/>
        <pc:sldMkLst>
          <pc:docMk/>
          <pc:sldMk cId="406286452" sldId="281"/>
        </pc:sldMkLst>
        <pc:graphicFrameChg chg="modGraphic">
          <ac:chgData name="Eleonora Sgorbini" userId="c7be95d6-1c16-4fa1-b340-5d08b631f068" providerId="ADAL" clId="{B90461F4-8F68-4390-8D42-6D04250C409F}" dt="2026-09-06T08:35:37.710" v="4842" actId="207"/>
          <ac:graphicFrameMkLst>
            <pc:docMk/>
            <pc:sldMk cId="406286452" sldId="281"/>
            <ac:graphicFrameMk id="10" creationId="{76C9790C-8B09-1125-8A39-12CB4513A27F}"/>
          </ac:graphicFrameMkLst>
        </pc:graphicFrameChg>
        <pc:picChg chg="add">
          <ac:chgData name="Eleonora Sgorbini" userId="c7be95d6-1c16-4fa1-b340-5d08b631f068" providerId="ADAL" clId="{B90461F4-8F68-4390-8D42-6D04250C409F}" dt="2026-09-06T08:36:42.675" v="4852" actId="22"/>
          <ac:picMkLst>
            <pc:docMk/>
            <pc:sldMk cId="406286452" sldId="281"/>
            <ac:picMk id="11" creationId="{F3D8B85C-7086-7DC3-65AA-2E046D55B89B}"/>
          </ac:picMkLst>
        </pc:picChg>
        <pc:picChg chg="add mod">
          <ac:chgData name="Eleonora Sgorbini" userId="c7be95d6-1c16-4fa1-b340-5d08b631f068" providerId="ADAL" clId="{B90461F4-8F68-4390-8D42-6D04250C409F}" dt="2026-09-06T08:38:38.320" v="4855" actId="1076"/>
          <ac:picMkLst>
            <pc:docMk/>
            <pc:sldMk cId="406286452" sldId="281"/>
            <ac:picMk id="13" creationId="{DCDF5F29-4085-90C7-9C25-D72A4F0A34D6}"/>
          </ac:picMkLst>
        </pc:picChg>
      </pc:sldChg>
      <pc:sldChg chg="addSp delSp modSp add mod delAnim modAnim modNotesTx">
        <pc:chgData name="Eleonora Sgorbini" userId="c7be95d6-1c16-4fa1-b340-5d08b631f068" providerId="ADAL" clId="{B90461F4-8F68-4390-8D42-6D04250C409F}" dt="2026-09-07T14:20:36.202" v="5542" actId="20577"/>
        <pc:sldMkLst>
          <pc:docMk/>
          <pc:sldMk cId="2230545386" sldId="282"/>
        </pc:sldMkLst>
        <pc:graphicFrameChg chg="modGraphic">
          <ac:chgData name="Eleonora Sgorbini" userId="c7be95d6-1c16-4fa1-b340-5d08b631f068" providerId="ADAL" clId="{B90461F4-8F68-4390-8D42-6D04250C409F}" dt="2026-09-06T08:39:17.871" v="4860" actId="207"/>
          <ac:graphicFrameMkLst>
            <pc:docMk/>
            <pc:sldMk cId="2230545386" sldId="282"/>
            <ac:graphicFrameMk id="10" creationId="{8E1E4966-1EE1-97FD-0B5E-C7156910899E}"/>
          </ac:graphicFrameMkLst>
        </pc:graphicFrameChg>
        <pc:picChg chg="add">
          <ac:chgData name="Eleonora Sgorbini" userId="c7be95d6-1c16-4fa1-b340-5d08b631f068" providerId="ADAL" clId="{B90461F4-8F68-4390-8D42-6D04250C409F}" dt="2026-09-06T08:39:53.924" v="4867" actId="22"/>
          <ac:picMkLst>
            <pc:docMk/>
            <pc:sldMk cId="2230545386" sldId="282"/>
            <ac:picMk id="12" creationId="{BF9E7F67-0882-8639-09A3-A75E12247FAD}"/>
          </ac:picMkLst>
        </pc:picChg>
        <pc:picChg chg="add mod">
          <ac:chgData name="Eleonora Sgorbini" userId="c7be95d6-1c16-4fa1-b340-5d08b631f068" providerId="ADAL" clId="{B90461F4-8F68-4390-8D42-6D04250C409F}" dt="2026-09-06T08:40:09.468" v="4870" actId="1076"/>
          <ac:picMkLst>
            <pc:docMk/>
            <pc:sldMk cId="2230545386" sldId="282"/>
            <ac:picMk id="15" creationId="{1D7CCF2F-AF44-5D2A-DB35-3B0336A63990}"/>
          </ac:picMkLst>
        </pc:picChg>
      </pc:sldChg>
      <pc:sldChg chg="addSp delSp modSp add mod delAnim modAnim modNotesTx">
        <pc:chgData name="Eleonora Sgorbini" userId="c7be95d6-1c16-4fa1-b340-5d08b631f068" providerId="ADAL" clId="{B90461F4-8F68-4390-8D42-6D04250C409F}" dt="2026-09-07T14:20:39.536" v="5546" actId="20577"/>
        <pc:sldMkLst>
          <pc:docMk/>
          <pc:sldMk cId="1973431969" sldId="283"/>
        </pc:sldMkLst>
        <pc:graphicFrameChg chg="modGraphic">
          <ac:chgData name="Eleonora Sgorbini" userId="c7be95d6-1c16-4fa1-b340-5d08b631f068" providerId="ADAL" clId="{B90461F4-8F68-4390-8D42-6D04250C409F}" dt="2026-09-06T08:41:02.714" v="4875" actId="207"/>
          <ac:graphicFrameMkLst>
            <pc:docMk/>
            <pc:sldMk cId="1973431969" sldId="283"/>
            <ac:graphicFrameMk id="10" creationId="{4CF48BA3-C6B3-055A-1CE6-4AC01C7E16B8}"/>
          </ac:graphicFrameMkLst>
        </pc:graphicFrameChg>
        <pc:picChg chg="add">
          <ac:chgData name="Eleonora Sgorbini" userId="c7be95d6-1c16-4fa1-b340-5d08b631f068" providerId="ADAL" clId="{B90461F4-8F68-4390-8D42-6D04250C409F}" dt="2026-09-06T08:42:12.341" v="4882" actId="22"/>
          <ac:picMkLst>
            <pc:docMk/>
            <pc:sldMk cId="1973431969" sldId="283"/>
            <ac:picMk id="11" creationId="{65EBA1B2-7CC3-5339-4E4C-E51B01644636}"/>
          </ac:picMkLst>
        </pc:picChg>
        <pc:picChg chg="add mod ord">
          <ac:chgData name="Eleonora Sgorbini" userId="c7be95d6-1c16-4fa1-b340-5d08b631f068" providerId="ADAL" clId="{B90461F4-8F68-4390-8D42-6D04250C409F}" dt="2026-09-06T08:43:08.353" v="4890" actId="1076"/>
          <ac:picMkLst>
            <pc:docMk/>
            <pc:sldMk cId="1973431969" sldId="283"/>
            <ac:picMk id="14" creationId="{8BA14464-FEEF-8303-8EBB-22A13371A60E}"/>
          </ac:picMkLst>
        </pc:picChg>
        <pc:picChg chg="add mod">
          <ac:chgData name="Eleonora Sgorbini" userId="c7be95d6-1c16-4fa1-b340-5d08b631f068" providerId="ADAL" clId="{B90461F4-8F68-4390-8D42-6D04250C409F}" dt="2026-09-06T08:42:54.342" v="4886" actId="1076"/>
          <ac:picMkLst>
            <pc:docMk/>
            <pc:sldMk cId="1973431969" sldId="283"/>
            <ac:picMk id="17" creationId="{DF0032C3-2A4B-6F03-5AEF-134A388EE915}"/>
          </ac:picMkLst>
        </pc:picChg>
      </pc:sldChg>
      <pc:sldChg chg="addSp delSp modSp add mod delAnim modAnim modNotesTx">
        <pc:chgData name="Eleonora Sgorbini" userId="c7be95d6-1c16-4fa1-b340-5d08b631f068" providerId="ADAL" clId="{B90461F4-8F68-4390-8D42-6D04250C409F}" dt="2026-09-07T14:20:59.657" v="5552" actId="20577"/>
        <pc:sldMkLst>
          <pc:docMk/>
          <pc:sldMk cId="2954013890" sldId="284"/>
        </pc:sldMkLst>
        <pc:graphicFrameChg chg="modGraphic">
          <ac:chgData name="Eleonora Sgorbini" userId="c7be95d6-1c16-4fa1-b340-5d08b631f068" providerId="ADAL" clId="{B90461F4-8F68-4390-8D42-6D04250C409F}" dt="2026-09-06T08:47:51.203" v="4958" actId="207"/>
          <ac:graphicFrameMkLst>
            <pc:docMk/>
            <pc:sldMk cId="2954013890" sldId="284"/>
            <ac:graphicFrameMk id="10" creationId="{90FE3432-DF06-9139-8E54-C99E46AE6D96}"/>
          </ac:graphicFrameMkLst>
        </pc:graphicFrameChg>
        <pc:picChg chg="add">
          <ac:chgData name="Eleonora Sgorbini" userId="c7be95d6-1c16-4fa1-b340-5d08b631f068" providerId="ADAL" clId="{B90461F4-8F68-4390-8D42-6D04250C409F}" dt="2026-09-06T09:22:28.683" v="5340" actId="22"/>
          <ac:picMkLst>
            <pc:docMk/>
            <pc:sldMk cId="2954013890" sldId="284"/>
            <ac:picMk id="14" creationId="{EBA8222F-2644-B450-1240-414B831014FA}"/>
          </ac:picMkLst>
        </pc:picChg>
      </pc:sldChg>
      <pc:sldChg chg="addSp delSp modSp add mod addAnim delAnim modAnim modNotesTx">
        <pc:chgData name="Eleonora Sgorbini" userId="c7be95d6-1c16-4fa1-b340-5d08b631f068" providerId="ADAL" clId="{B90461F4-8F68-4390-8D42-6D04250C409F}" dt="2026-09-08T16:43:26.846" v="5612"/>
        <pc:sldMkLst>
          <pc:docMk/>
          <pc:sldMk cId="1290359325" sldId="285"/>
        </pc:sldMkLst>
        <pc:spChg chg="mod">
          <ac:chgData name="Eleonora Sgorbini" userId="c7be95d6-1c16-4fa1-b340-5d08b631f068" providerId="ADAL" clId="{B90461F4-8F68-4390-8D42-6D04250C409F}" dt="2026-09-07T13:43:50.689" v="5469" actId="20577"/>
          <ac:spMkLst>
            <pc:docMk/>
            <pc:sldMk cId="1290359325" sldId="285"/>
            <ac:spMk id="2" creationId="{7C3528A0-096E-A981-40E2-25DE3DA6F087}"/>
          </ac:spMkLst>
        </pc:spChg>
        <pc:graphicFrameChg chg="mod modGraphic">
          <ac:chgData name="Eleonora Sgorbini" userId="c7be95d6-1c16-4fa1-b340-5d08b631f068" providerId="ADAL" clId="{B90461F4-8F68-4390-8D42-6D04250C409F}" dt="2026-09-08T16:43:26.846" v="5612"/>
          <ac:graphicFrameMkLst>
            <pc:docMk/>
            <pc:sldMk cId="1290359325" sldId="285"/>
            <ac:graphicFrameMk id="10" creationId="{EDD23E49-4673-EE86-D1E1-880D53DCC797}"/>
          </ac:graphicFrameMkLst>
        </pc:graphicFrameChg>
        <pc:picChg chg="add mod ord">
          <ac:chgData name="Eleonora Sgorbini" userId="c7be95d6-1c16-4fa1-b340-5d08b631f068" providerId="ADAL" clId="{B90461F4-8F68-4390-8D42-6D04250C409F}" dt="2026-09-06T09:29:44.604" v="5421" actId="1076"/>
          <ac:picMkLst>
            <pc:docMk/>
            <pc:sldMk cId="1290359325" sldId="285"/>
            <ac:picMk id="14" creationId="{32BC83CF-24BB-63E4-D218-28BB48C72CA5}"/>
          </ac:picMkLst>
        </pc:picChg>
        <pc:picChg chg="add mod ord">
          <ac:chgData name="Eleonora Sgorbini" userId="c7be95d6-1c16-4fa1-b340-5d08b631f068" providerId="ADAL" clId="{B90461F4-8F68-4390-8D42-6D04250C409F}" dt="2026-09-06T09:29:30.014" v="5417" actId="1076"/>
          <ac:picMkLst>
            <pc:docMk/>
            <pc:sldMk cId="1290359325" sldId="285"/>
            <ac:picMk id="17" creationId="{9E4BAABB-B9B0-1B9E-8DFB-01B26798BEDD}"/>
          </ac:picMkLst>
        </pc:picChg>
        <pc:picChg chg="add">
          <ac:chgData name="Eleonora Sgorbini" userId="c7be95d6-1c16-4fa1-b340-5d08b631f068" providerId="ADAL" clId="{B90461F4-8F68-4390-8D42-6D04250C409F}" dt="2026-09-06T09:29:13.389" v="5412" actId="22"/>
          <ac:picMkLst>
            <pc:docMk/>
            <pc:sldMk cId="1290359325" sldId="285"/>
            <ac:picMk id="28" creationId="{7FA3FEA3-4A46-9EDF-564C-0F220D1EC754}"/>
          </ac:picMkLst>
        </pc:picChg>
      </pc:sldChg>
      <pc:sldChg chg="addSp delSp modSp add mod delAnim modAnim modNotesTx">
        <pc:chgData name="Eleonora Sgorbini" userId="c7be95d6-1c16-4fa1-b340-5d08b631f068" providerId="ADAL" clId="{B90461F4-8F68-4390-8D42-6D04250C409F}" dt="2026-09-08T16:43:22.074" v="5611"/>
        <pc:sldMkLst>
          <pc:docMk/>
          <pc:sldMk cId="2845154425" sldId="286"/>
        </pc:sldMkLst>
        <pc:spChg chg="mod">
          <ac:chgData name="Eleonora Sgorbini" userId="c7be95d6-1c16-4fa1-b340-5d08b631f068" providerId="ADAL" clId="{B90461F4-8F68-4390-8D42-6D04250C409F}" dt="2026-09-07T13:43:55.552" v="5471" actId="20577"/>
          <ac:spMkLst>
            <pc:docMk/>
            <pc:sldMk cId="2845154425" sldId="286"/>
            <ac:spMk id="2" creationId="{0FE37E44-B161-B0B3-0CF5-E711215274DA}"/>
          </ac:spMkLst>
        </pc:spChg>
        <pc:graphicFrameChg chg="mod modGraphic">
          <ac:chgData name="Eleonora Sgorbini" userId="c7be95d6-1c16-4fa1-b340-5d08b631f068" providerId="ADAL" clId="{B90461F4-8F68-4390-8D42-6D04250C409F}" dt="2026-09-08T16:43:22.074" v="5611"/>
          <ac:graphicFrameMkLst>
            <pc:docMk/>
            <pc:sldMk cId="2845154425" sldId="286"/>
            <ac:graphicFrameMk id="10" creationId="{465F85BE-1AF9-E75E-CEB5-6A89D2A3EBD7}"/>
          </ac:graphicFrameMkLst>
        </pc:graphicFrameChg>
        <pc:picChg chg="add">
          <ac:chgData name="Eleonora Sgorbini" userId="c7be95d6-1c16-4fa1-b340-5d08b631f068" providerId="ADAL" clId="{B90461F4-8F68-4390-8D42-6D04250C409F}" dt="2026-09-06T09:04:03.489" v="5052" actId="22"/>
          <ac:picMkLst>
            <pc:docMk/>
            <pc:sldMk cId="2845154425" sldId="286"/>
            <ac:picMk id="11" creationId="{BFE34046-ECED-377C-B9E7-D23153898B0C}"/>
          </ac:picMkLst>
        </pc:picChg>
        <pc:picChg chg="add mod">
          <ac:chgData name="Eleonora Sgorbini" userId="c7be95d6-1c16-4fa1-b340-5d08b631f068" providerId="ADAL" clId="{B90461F4-8F68-4390-8D42-6D04250C409F}" dt="2026-09-06T09:04:40.826" v="5058" actId="1076"/>
          <ac:picMkLst>
            <pc:docMk/>
            <pc:sldMk cId="2845154425" sldId="286"/>
            <ac:picMk id="15" creationId="{3C608994-4012-402D-5C1E-652FAF7640B4}"/>
          </ac:picMkLst>
        </pc:picChg>
      </pc:sldChg>
      <pc:sldChg chg="addSp delSp modSp add mod delAnim modAnim modNotesTx">
        <pc:chgData name="Eleonora Sgorbini" userId="c7be95d6-1c16-4fa1-b340-5d08b631f068" providerId="ADAL" clId="{B90461F4-8F68-4390-8D42-6D04250C409F}" dt="2026-09-08T16:42:59.558" v="5607" actId="20577"/>
        <pc:sldMkLst>
          <pc:docMk/>
          <pc:sldMk cId="435079840" sldId="287"/>
        </pc:sldMkLst>
        <pc:spChg chg="mod">
          <ac:chgData name="Eleonora Sgorbini" userId="c7be95d6-1c16-4fa1-b340-5d08b631f068" providerId="ADAL" clId="{B90461F4-8F68-4390-8D42-6D04250C409F}" dt="2026-09-07T13:44:04.245" v="5473" actId="20577"/>
          <ac:spMkLst>
            <pc:docMk/>
            <pc:sldMk cId="435079840" sldId="287"/>
            <ac:spMk id="2" creationId="{C9EF7A9A-3587-9A82-527B-EFDEFA4889F6}"/>
          </ac:spMkLst>
        </pc:spChg>
        <pc:graphicFrameChg chg="modGraphic">
          <ac:chgData name="Eleonora Sgorbini" userId="c7be95d6-1c16-4fa1-b340-5d08b631f068" providerId="ADAL" clId="{B90461F4-8F68-4390-8D42-6D04250C409F}" dt="2026-09-08T16:42:59.558" v="5607" actId="20577"/>
          <ac:graphicFrameMkLst>
            <pc:docMk/>
            <pc:sldMk cId="435079840" sldId="287"/>
            <ac:graphicFrameMk id="10" creationId="{5BC78E95-884E-C9F7-4FC4-AE7D92D66867}"/>
          </ac:graphicFrameMkLst>
        </pc:graphicFrameChg>
        <pc:picChg chg="add">
          <ac:chgData name="Eleonora Sgorbini" userId="c7be95d6-1c16-4fa1-b340-5d08b631f068" providerId="ADAL" clId="{B90461F4-8F68-4390-8D42-6D04250C409F}" dt="2026-09-06T09:06:03.189" v="5070" actId="22"/>
          <ac:picMkLst>
            <pc:docMk/>
            <pc:sldMk cId="435079840" sldId="287"/>
            <ac:picMk id="12" creationId="{8BF50AF1-F8B2-710A-68F3-0CA74CD14AA0}"/>
          </ac:picMkLst>
        </pc:picChg>
        <pc:picChg chg="add mod">
          <ac:chgData name="Eleonora Sgorbini" userId="c7be95d6-1c16-4fa1-b340-5d08b631f068" providerId="ADAL" clId="{B90461F4-8F68-4390-8D42-6D04250C409F}" dt="2026-09-06T09:06:31.978" v="5075" actId="1076"/>
          <ac:picMkLst>
            <pc:docMk/>
            <pc:sldMk cId="435079840" sldId="287"/>
            <ac:picMk id="14" creationId="{66B6257C-AB65-E11D-DA3C-5268F0435B99}"/>
          </ac:picMkLst>
        </pc:picChg>
        <pc:picChg chg="add mod">
          <ac:chgData name="Eleonora Sgorbini" userId="c7be95d6-1c16-4fa1-b340-5d08b631f068" providerId="ADAL" clId="{B90461F4-8F68-4390-8D42-6D04250C409F}" dt="2026-09-06T09:06:50.810" v="5078" actId="1076"/>
          <ac:picMkLst>
            <pc:docMk/>
            <pc:sldMk cId="435079840" sldId="287"/>
            <ac:picMk id="17" creationId="{43E25EF8-184E-E0CB-8823-014C0CA77A2D}"/>
          </ac:picMkLst>
        </pc:picChg>
      </pc:sldChg>
      <pc:sldChg chg="addSp delSp modSp add mod ord modNotesTx">
        <pc:chgData name="Eleonora Sgorbini" userId="c7be95d6-1c16-4fa1-b340-5d08b631f068" providerId="ADAL" clId="{B90461F4-8F68-4390-8D42-6D04250C409F}" dt="2026-09-07T14:21:12.276" v="5568" actId="20577"/>
        <pc:sldMkLst>
          <pc:docMk/>
          <pc:sldMk cId="2477264392" sldId="288"/>
        </pc:sldMkLst>
        <pc:spChg chg="add">
          <ac:chgData name="Eleonora Sgorbini" userId="c7be95d6-1c16-4fa1-b340-5d08b631f068" providerId="ADAL" clId="{B90461F4-8F68-4390-8D42-6D04250C409F}" dt="2026-09-06T09:09:37.343" v="5091" actId="22"/>
          <ac:spMkLst>
            <pc:docMk/>
            <pc:sldMk cId="2477264392" sldId="288"/>
            <ac:spMk id="3" creationId="{E8D4D649-0B55-CEDA-5801-005254D17F65}"/>
          </ac:spMkLst>
        </pc:spChg>
        <pc:spChg chg="add mod">
          <ac:chgData name="Eleonora Sgorbini" userId="c7be95d6-1c16-4fa1-b340-5d08b631f068" providerId="ADAL" clId="{B90461F4-8F68-4390-8D42-6D04250C409F}" dt="2026-09-06T09:31:12.648" v="5432" actId="1037"/>
          <ac:spMkLst>
            <pc:docMk/>
            <pc:sldMk cId="2477264392" sldId="288"/>
            <ac:spMk id="6" creationId="{116B48D2-54B3-AFE1-9FE3-4C5A4A9930C4}"/>
          </ac:spMkLst>
        </pc:spChg>
        <pc:spChg chg="add mod">
          <ac:chgData name="Eleonora Sgorbini" userId="c7be95d6-1c16-4fa1-b340-5d08b631f068" providerId="ADAL" clId="{B90461F4-8F68-4390-8D42-6D04250C409F}" dt="2026-09-06T09:31:17.510" v="5435" actId="1038"/>
          <ac:spMkLst>
            <pc:docMk/>
            <pc:sldMk cId="2477264392" sldId="288"/>
            <ac:spMk id="10" creationId="{3B87797F-87D5-0B35-BC08-95299F5F038A}"/>
          </ac:spMkLst>
        </pc:spChg>
        <pc:spChg chg="mod">
          <ac:chgData name="Eleonora Sgorbini" userId="c7be95d6-1c16-4fa1-b340-5d08b631f068" providerId="ADAL" clId="{B90461F4-8F68-4390-8D42-6D04250C409F}" dt="2026-09-06T09:10:01.007" v="5094" actId="1076"/>
          <ac:spMkLst>
            <pc:docMk/>
            <pc:sldMk cId="2477264392" sldId="288"/>
            <ac:spMk id="27" creationId="{FFD19E2F-B93E-DACA-CAA9-52172D07808F}"/>
          </ac:spMkLst>
        </pc:spChg>
        <pc:spChg chg="mod">
          <ac:chgData name="Eleonora Sgorbini" userId="c7be95d6-1c16-4fa1-b340-5d08b631f068" providerId="ADAL" clId="{B90461F4-8F68-4390-8D42-6D04250C409F}" dt="2026-09-06T09:10:01.007" v="5094" actId="1076"/>
          <ac:spMkLst>
            <pc:docMk/>
            <pc:sldMk cId="2477264392" sldId="288"/>
            <ac:spMk id="37" creationId="{C9B7F148-F6AA-1A92-2903-581966967C8B}"/>
          </ac:spMkLst>
        </pc:spChg>
        <pc:spChg chg="mod">
          <ac:chgData name="Eleonora Sgorbini" userId="c7be95d6-1c16-4fa1-b340-5d08b631f068" providerId="ADAL" clId="{B90461F4-8F68-4390-8D42-6D04250C409F}" dt="2026-09-06T09:10:49.128" v="5133" actId="1076"/>
          <ac:spMkLst>
            <pc:docMk/>
            <pc:sldMk cId="2477264392" sldId="288"/>
            <ac:spMk id="43" creationId="{4F4EE94A-F053-6C9E-B75F-4C3A5B55F7FD}"/>
          </ac:spMkLst>
        </pc:spChg>
        <pc:picChg chg="mod">
          <ac:chgData name="Eleonora Sgorbini" userId="c7be95d6-1c16-4fa1-b340-5d08b631f068" providerId="ADAL" clId="{B90461F4-8F68-4390-8D42-6D04250C409F}" dt="2026-09-06T09:10:43.506" v="5132" actId="1036"/>
          <ac:picMkLst>
            <pc:docMk/>
            <pc:sldMk cId="2477264392" sldId="288"/>
            <ac:picMk id="35" creationId="{5FB8EDC8-31FE-E683-3A92-714B1F0745ED}"/>
          </ac:picMkLst>
        </pc:picChg>
        <pc:picChg chg="mod">
          <ac:chgData name="Eleonora Sgorbini" userId="c7be95d6-1c16-4fa1-b340-5d08b631f068" providerId="ADAL" clId="{B90461F4-8F68-4390-8D42-6D04250C409F}" dt="2026-09-06T09:16:20.106" v="5237" actId="1037"/>
          <ac:picMkLst>
            <pc:docMk/>
            <pc:sldMk cId="2477264392" sldId="288"/>
            <ac:picMk id="41" creationId="{C700109F-DD8A-C841-64EA-20CBA3B3270B}"/>
          </ac:picMkLst>
        </pc:picChg>
      </pc:sldChg>
    </pc:docChg>
  </pc:docChgLst>
  <pc:docChgLst>
    <pc:chgData name="Sebastiano Pala" userId="S::s.pala1@studenti.unipi.it::f1b1ec53-8705-4fda-b670-9a8a8ab4be0d" providerId="AD" clId="Web-{5C63D4D0-98E8-CD38-76C3-35E9D9D1B89C}"/>
    <pc:docChg chg="modSld">
      <pc:chgData name="Sebastiano Pala" userId="S::s.pala1@studenti.unipi.it::f1b1ec53-8705-4fda-b670-9a8a8ab4be0d" providerId="AD" clId="Web-{5C63D4D0-98E8-CD38-76C3-35E9D9D1B89C}" dt="2026-09-06T15:22:45.534" v="73" actId="20577"/>
      <pc:docMkLst>
        <pc:docMk/>
      </pc:docMkLst>
      <pc:sldChg chg="modSp">
        <pc:chgData name="Sebastiano Pala" userId="S::s.pala1@studenti.unipi.it::f1b1ec53-8705-4fda-b670-9a8a8ab4be0d" providerId="AD" clId="Web-{5C63D4D0-98E8-CD38-76C3-35E9D9D1B89C}" dt="2026-09-06T15:18:13.352" v="64" actId="1076"/>
        <pc:sldMkLst>
          <pc:docMk/>
          <pc:sldMk cId="2689693424" sldId="266"/>
        </pc:sldMkLst>
        <pc:spChg chg="mod">
          <ac:chgData name="Sebastiano Pala" userId="S::s.pala1@studenti.unipi.it::f1b1ec53-8705-4fda-b670-9a8a8ab4be0d" providerId="AD" clId="Web-{5C63D4D0-98E8-CD38-76C3-35E9D9D1B89C}" dt="2026-09-06T15:18:09.820" v="63" actId="1076"/>
          <ac:spMkLst>
            <pc:docMk/>
            <pc:sldMk cId="2689693424" sldId="266"/>
            <ac:spMk id="3" creationId="{86F3726E-C83B-450E-F453-F002D950BBA8}"/>
          </ac:spMkLst>
        </pc:spChg>
        <pc:spChg chg="mod">
          <ac:chgData name="Sebastiano Pala" userId="S::s.pala1@studenti.unipi.it::f1b1ec53-8705-4fda-b670-9a8a8ab4be0d" providerId="AD" clId="Web-{5C63D4D0-98E8-CD38-76C3-35E9D9D1B89C}" dt="2026-09-06T15:18:13.352" v="64" actId="1076"/>
          <ac:spMkLst>
            <pc:docMk/>
            <pc:sldMk cId="2689693424" sldId="266"/>
            <ac:spMk id="14" creationId="{A9FAF643-9213-702D-307A-17AD29ECAA0F}"/>
          </ac:spMkLst>
        </pc:spChg>
      </pc:sldChg>
      <pc:sldChg chg="modSp">
        <pc:chgData name="Sebastiano Pala" userId="S::s.pala1@studenti.unipi.it::f1b1ec53-8705-4fda-b670-9a8a8ab4be0d" providerId="AD" clId="Web-{5C63D4D0-98E8-CD38-76C3-35E9D9D1B89C}" dt="2026-09-06T15:18:36.462" v="71" actId="20577"/>
        <pc:sldMkLst>
          <pc:docMk/>
          <pc:sldMk cId="172016634" sldId="267"/>
        </pc:sldMkLst>
        <pc:spChg chg="mod">
          <ac:chgData name="Sebastiano Pala" userId="S::s.pala1@studenti.unipi.it::f1b1ec53-8705-4fda-b670-9a8a8ab4be0d" providerId="AD" clId="Web-{5C63D4D0-98E8-CD38-76C3-35E9D9D1B89C}" dt="2026-09-06T15:18:36.462" v="71" actId="20577"/>
          <ac:spMkLst>
            <pc:docMk/>
            <pc:sldMk cId="172016634" sldId="267"/>
            <ac:spMk id="3" creationId="{7D3BD7F1-9CD0-7C24-D400-108AE7648584}"/>
          </ac:spMkLst>
        </pc:spChg>
        <pc:spChg chg="mod">
          <ac:chgData name="Sebastiano Pala" userId="S::s.pala1@studenti.unipi.it::f1b1ec53-8705-4fda-b670-9a8a8ab4be0d" providerId="AD" clId="Web-{5C63D4D0-98E8-CD38-76C3-35E9D9D1B89C}" dt="2026-09-06T15:18:33.649" v="69" actId="20577"/>
          <ac:spMkLst>
            <pc:docMk/>
            <pc:sldMk cId="172016634" sldId="267"/>
            <ac:spMk id="14" creationId="{806E398E-B462-3356-8408-0A6C90571BCE}"/>
          </ac:spMkLst>
        </pc:spChg>
      </pc:sldChg>
      <pc:sldChg chg="modSp">
        <pc:chgData name="Sebastiano Pala" userId="S::s.pala1@studenti.unipi.it::f1b1ec53-8705-4fda-b670-9a8a8ab4be0d" providerId="AD" clId="Web-{5C63D4D0-98E8-CD38-76C3-35E9D9D1B89C}" dt="2026-09-06T15:22:45.534" v="73" actId="20577"/>
        <pc:sldMkLst>
          <pc:docMk/>
          <pc:sldMk cId="1596219930" sldId="280"/>
        </pc:sldMkLst>
        <pc:spChg chg="mod">
          <ac:chgData name="Sebastiano Pala" userId="S::s.pala1@studenti.unipi.it::f1b1ec53-8705-4fda-b670-9a8a8ab4be0d" providerId="AD" clId="Web-{5C63D4D0-98E8-CD38-76C3-35E9D9D1B89C}" dt="2026-09-06T15:22:45.534" v="73" actId="20577"/>
          <ac:spMkLst>
            <pc:docMk/>
            <pc:sldMk cId="1596219930" sldId="280"/>
            <ac:spMk id="8" creationId="{D0184D09-0232-632F-EC43-A3BE8CD5E327}"/>
          </ac:spMkLst>
        </pc:spChg>
      </pc:sldChg>
    </pc:docChg>
  </pc:docChgLst>
  <pc:docChgLst>
    <pc:chgData name="Sebastiano Pala" userId="S::s.pala1@studenti.unipi.it::f1b1ec53-8705-4fda-b670-9a8a8ab4be0d" providerId="AD" clId="Web-{77FEE149-14E6-1859-8A6C-3581B4B979E7}"/>
    <pc:docChg chg="modSld">
      <pc:chgData name="Sebastiano Pala" userId="S::s.pala1@studenti.unipi.it::f1b1ec53-8705-4fda-b670-9a8a8ab4be0d" providerId="AD" clId="Web-{77FEE149-14E6-1859-8A6C-3581B4B979E7}" dt="2026-09-06T08:18:43.453" v="314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D3507-4D8A-442F-99D0-F29B69EC926E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03D2E-EFF6-4AC7-9587-20E1882625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7111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65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8FDD-CBCD-6352-5C94-04E65025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72A4F-84AE-F14F-4E0B-9E1ACA392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BDF04-518E-A6BF-5751-D1AAA13F8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A2783-9579-FE9C-63F3-021C3DEE7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972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33C7-A855-EE2F-3269-4DA81D17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A8D6D-3D1C-81EE-B9BD-3CC209F61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4E587-C6CF-EBCC-82FC-5432CFDC8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B7D0-9A67-2335-B8C4-EB32B4659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5659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AD661-FBBA-6EFB-14CE-CB67CBBC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81543-7132-0CCA-B1A8-F59DC8956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792D7-52E3-9C56-A70F-02BD889D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seba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19693-9173-82C1-6239-46731BB1A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6512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ED1F-202C-DAC7-5477-F1FE16BC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53758-AB71-CF31-FC04-7524DF8C3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6D5B6-1395-1EC0-5B33-9E14D8DDD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seba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6E5C0-8B33-F8DD-3B38-15CC2196B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567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6BCBC-522B-294B-7ADB-76B907A9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A1B33-86A5-8C73-E5C7-AF31E77A4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8FDDA-D2BC-CEA7-B1F3-1A91F0B19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seba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54CBB-6EC3-7F73-FD74-7546B110F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9012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F5DD-0491-9AD8-AE77-57B5BF12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63F79-034D-EECE-89DC-11F8E1F50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26BC5-F62D-3CC7-C130-3956F9437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2808B-C20A-D737-3044-7F6BE00C6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5332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F9381-54AA-13D7-B5D8-9CDE2CBB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D8FB3-180D-735B-F4D4-6891DB902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856F3-4C65-5D79-A6D2-AA65ED820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5657D-F256-479A-5195-0623974B3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9863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AF1F-09F8-EFFE-188E-16AC789B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B2303-2A8C-75C5-D699-A3810B934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55C7D-EFEF-9AAE-D513-B5E8E6C5F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EFC35-DD44-BE50-05C9-7444715DB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7001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12968-585E-8B1E-3C45-E35504CE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4B541-30F0-1893-A8AA-53528A04F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33968-5161-F868-66ED-208790017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seba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8BCC3-E819-1982-C25A-8AF5AD11E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0540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D851-C14F-0DAF-2943-8908FB30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72679-A12D-E10F-211E-4A34BC8F2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EE394-04E6-9CE9-9525-D705644EE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seba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4F3AF-536A-D533-8F6D-C16CED2B7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3875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5057-A01C-24E7-4B52-33FA6DB9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A12D8-4AAC-1060-FE21-24D455A9C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5DB05-B605-3464-58D1-F617149BB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seba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21069-B9B4-5939-E1E3-6E80B2033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388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3152A-C53B-0E1D-3B7B-27C16EC4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BE49A-0688-DE52-8090-75DD22DA0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1158E-6654-A2EA-2EF6-C30D5AAE9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seba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94ED8-EA15-3B98-7F4D-A3B0FBBE1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3964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247E-2690-F4A9-0588-BD7EC0EB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23281-7A23-EE26-4522-6A1018101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E60E4-553D-9797-8C13-7E2ADA59B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E0AC0-0D34-ADDC-AB69-F88A9D179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75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9098-864D-9511-A6A3-B926B3F2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E07F8-95F0-F0A9-E5C4-5F8661601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E8239-E640-6A46-856C-2459DD41F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CC365-4E44-8831-B2B5-91551F316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66813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82B4F-6874-8FB2-5776-6A574A97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D810B-D2E2-2517-9EFC-A59DA5F6C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1BD01-2DB9-00A8-DA15-AD1F301BF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2E909-D1E2-DA3B-AED0-3CAACD899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849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C7C8-DBDB-F69B-85B4-F6DBE085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739F0-2D2B-0563-EA39-E03010BE2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E4D2B-35E4-7FD9-A571-69AB7C38F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7D75C-5727-329B-2A3C-22CEBABAE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9607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814B-AAF0-ABCC-6237-FFFC5F70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516B5-6269-22AD-9510-FF7ACCA5D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41CA5-FDB3-460F-971E-79693525D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2456E-F6CC-8FD1-3204-0F2AF51E1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1337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DCB3-5A3C-35D9-7D7C-7BEB950B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28494-5367-6C25-80AA-06E441F88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54514-654D-F81C-AE73-3A56A3664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5820D-1BCC-7D56-F9B9-374AA8E36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5154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770BD-D380-D831-DC34-7B3B17D6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2AEBC-71CF-0BBD-4627-1A611578D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1BC04-BE95-CAF1-E0CE-DFA5A855F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seba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2F441-4A7B-6214-C002-6D0B21F17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03D2E-EFF6-4AC7-9587-20E1882625BD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981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1FC9-539C-F73D-56D4-92FB053C8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4623C-63FA-158E-2B68-BA2B994C2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44A4B-4EC0-109F-C30B-C627CF86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A4BF5-9DEF-737D-51F5-9E7A1C99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9BB40-35B1-1E0E-1DDB-B5BB0ED4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2596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4385-10A2-725D-7281-79089DBA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5E9C-8953-5F51-4AB5-D18F5BBAF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02E89-3CD4-DCF0-6FEC-44DE8414F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5DD6E-ED37-8BD8-6671-FC4FA6459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E280B-2E9B-D430-DA3F-614ABA61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116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676C-7932-A98D-A2C9-E69AA701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75838-5ABD-ECC0-6744-C47051AF8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568C0-05A0-14B5-F368-BE6734F4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F3229-571B-3693-BE7F-89A2D6D8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5AD2C-669F-2171-C991-FB48D923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419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C200-C906-E77C-2783-6B0FA79B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8211B-EE1B-890B-3CD9-6DE21AB61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FDC93-CD73-DC05-6A2B-E352A3FB0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3B37A-5B13-2392-5D9F-2346DCF3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2C09A-09D1-4C57-554F-F8C383B3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A424C-93DD-EC19-F3ED-02E8F8E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2309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92BF-AB54-29F9-B4C0-CAE83803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29A11-2B10-7CCA-3DAC-043619598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43886-8247-E828-C742-E84DF3222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9F182-5D1B-23B9-52F3-F81A0446F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04E25-944D-B24F-A5F2-286029D2E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59F0A-8954-0CC1-9092-8E1BE8B6A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8DA0B-D735-9943-E1AD-405AC88F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E1D9-C107-18B6-6243-06A46E1A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039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FC2D-8EE9-F34E-0C36-85BAF6A9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5CB0C-909A-8B6D-56A8-9558C12B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53D8F-1EA4-7F4D-1393-F0F45BB6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635E1-6DA9-7D70-62D9-34FAA9A6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97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B8243A-B127-F640-F92C-32EDAA3C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15472-8B10-1A27-413A-D91FEAD3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09C90-40FD-422C-50B2-0AD5084E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774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A3F4-CDFF-9007-947F-4D3FC0837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B9BE3-1E4D-A630-599B-813B11F0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DA69-066E-4827-DC05-E1A25570E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27CFF-7342-96F8-EF31-84BED4D7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85D63-B0E5-9317-349E-A9F770D2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2C76-D004-A503-E006-189BE2BD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08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4A5A4-AA37-48B0-7D60-0DEF25A1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FF75E-8FCA-865F-5453-788FCE1EE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D4E6E-E804-0E6F-6F7F-4096F8950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1E18-7399-910C-1111-CB2CCCEF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70F98-0275-7A1B-A827-DD0C1B415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3CD9D-E544-C46A-DCC3-79C21367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046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B654-EBE5-9553-EC3B-BD9E67C4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A3134-390D-0410-919F-603920E9B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4067E-B089-02F9-70F0-87F4963D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834EC-41A2-9360-2303-E1EFD90B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CCB88-6560-7BEA-9D3E-235A9159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987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F7D7C6-66CE-CCB1-4B69-297427BCE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7785D-606A-3C18-4E35-40AEF99D6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D5A3D-79DC-6160-F5B5-4D7305D4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16C57-55BA-4FB0-8964-2DD42BD6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8B902-6149-3A78-FEAF-030F39FE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378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9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B8AC9-22CF-C690-8A50-7FB5AA26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8392A-EBAA-B85D-1495-6353CD3D3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EFEB1-B433-FFEB-2031-B731AEEF7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8F81F-9EFF-4ABB-A66F-EDA3C2556003}" type="datetimeFigureOut">
              <a:rPr lang="it-IT" smtClean="0"/>
              <a:t>08/09/2026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31EE6-6CA5-642C-E87D-6BFBE4474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27679-5723-AC62-C3B0-C0FEE9DB4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302A7-42F2-42B2-93D1-A1D020EFFE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9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12.sv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4.sv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5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1.sv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11.sv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12.sv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14.sv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15.sv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E0F494B-5F8D-F640-CBE7-8AD1ACB8A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0D5A55-0773-8F6C-4A04-278CD2A675C1}"/>
              </a:ext>
            </a:extLst>
          </p:cNvPr>
          <p:cNvSpPr txBox="1"/>
          <p:nvPr/>
        </p:nvSpPr>
        <p:spPr>
          <a:xfrm>
            <a:off x="1455964" y="582229"/>
            <a:ext cx="92800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>
                <a:solidFill>
                  <a:schemeClr val="bg1"/>
                </a:solidFill>
                <a:latin typeface="Baskerville Old Face" panose="02020602080505020303" pitchFamily="18" charset="0"/>
              </a:rPr>
              <a:t>UNIVERSITY OF PISA </a:t>
            </a:r>
          </a:p>
          <a:p>
            <a:pPr algn="ctr"/>
            <a:r>
              <a:rPr lang="en-US" sz="3500" b="1">
                <a:solidFill>
                  <a:schemeClr val="bg1"/>
                </a:solidFill>
                <a:latin typeface="Baskerville Old Face" panose="02020602080505020303" pitchFamily="18" charset="0"/>
              </a:rPr>
              <a:t>Master of Science in Computer Engineering</a:t>
            </a:r>
            <a:endParaRPr lang="it-IT" sz="35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3354C-8014-C186-87BF-1D3104A86C91}"/>
              </a:ext>
            </a:extLst>
          </p:cNvPr>
          <p:cNvSpPr txBox="1"/>
          <p:nvPr/>
        </p:nvSpPr>
        <p:spPr>
          <a:xfrm>
            <a:off x="1455964" y="2798058"/>
            <a:ext cx="92800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b="1">
                <a:solidFill>
                  <a:schemeClr val="bg1"/>
                </a:solidFill>
                <a:latin typeface="Baskerville Old Face" panose="02020602080505020303" pitchFamily="18" charset="0"/>
              </a:rPr>
              <a:t>DEPENDABLE AND SECURE SYSTEMS</a:t>
            </a:r>
          </a:p>
          <a:p>
            <a:pPr algn="ctr"/>
            <a:r>
              <a:rPr lang="it-IT" sz="3800" b="1">
                <a:solidFill>
                  <a:schemeClr val="bg1"/>
                </a:solidFill>
                <a:latin typeface="Baskerville Old Face" panose="02020602080505020303" pitchFamily="18" charset="0"/>
              </a:rPr>
              <a:t>ADVISE Car Attack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142BE7-2626-1859-2301-D1AE1BEEF73A}"/>
              </a:ext>
            </a:extLst>
          </p:cNvPr>
          <p:cNvSpPr txBox="1"/>
          <p:nvPr/>
        </p:nvSpPr>
        <p:spPr>
          <a:xfrm>
            <a:off x="7750629" y="4952332"/>
            <a:ext cx="37474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000" b="1">
                <a:solidFill>
                  <a:schemeClr val="bg1"/>
                </a:solidFill>
                <a:latin typeface="Baskerville Old Face" panose="02020602080505020303" pitchFamily="18" charset="0"/>
              </a:rPr>
              <a:t>Students: </a:t>
            </a:r>
          </a:p>
          <a:p>
            <a:pPr algn="r"/>
            <a:r>
              <a:rPr lang="it-IT" sz="2500" b="1">
                <a:solidFill>
                  <a:schemeClr val="bg1"/>
                </a:solidFill>
                <a:latin typeface="Baskerville Old Face" panose="02020602080505020303" pitchFamily="18" charset="0"/>
              </a:rPr>
              <a:t>Sebastiano Pala</a:t>
            </a:r>
          </a:p>
          <a:p>
            <a:pPr algn="r"/>
            <a:r>
              <a:rPr lang="it-IT" sz="2500" b="1">
                <a:solidFill>
                  <a:schemeClr val="bg1"/>
                </a:solidFill>
                <a:latin typeface="Baskerville Old Face" panose="02020602080505020303" pitchFamily="18" charset="0"/>
              </a:rPr>
              <a:t>Eleonora Sgorbini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86E3C0-37E5-7A86-2EC6-D72420F7045F}"/>
              </a:ext>
            </a:extLst>
          </p:cNvPr>
          <p:cNvSpPr txBox="1"/>
          <p:nvPr/>
        </p:nvSpPr>
        <p:spPr>
          <a:xfrm>
            <a:off x="693965" y="4952331"/>
            <a:ext cx="46479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1">
                <a:solidFill>
                  <a:schemeClr val="bg1"/>
                </a:solidFill>
                <a:latin typeface="Baskerville Old Face" panose="02020602080505020303" pitchFamily="18" charset="0"/>
              </a:rPr>
              <a:t>Teachers: </a:t>
            </a:r>
          </a:p>
          <a:p>
            <a:r>
              <a:rPr lang="it-IT" sz="2500" b="1">
                <a:solidFill>
                  <a:schemeClr val="bg1"/>
                </a:solidFill>
                <a:latin typeface="Baskerville Old Face" panose="02020602080505020303" pitchFamily="18" charset="0"/>
              </a:rPr>
              <a:t>Prof.ssa Cinzia Bernardeschi</a:t>
            </a:r>
          </a:p>
          <a:p>
            <a:r>
              <a:rPr lang="it-IT" sz="2500" b="1">
                <a:solidFill>
                  <a:schemeClr val="bg1"/>
                </a:solidFill>
                <a:latin typeface="Baskerville Old Face" panose="02020602080505020303" pitchFamily="18" charset="0"/>
              </a:rPr>
              <a:t>Ing. Maurizio Palmieri</a:t>
            </a:r>
          </a:p>
        </p:txBody>
      </p:sp>
    </p:spTree>
    <p:extLst>
      <p:ext uri="{BB962C8B-B14F-4D97-AF65-F5344CB8AC3E}">
        <p14:creationId xmlns:p14="http://schemas.microsoft.com/office/powerpoint/2010/main" val="197866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-form: Shape 42">
            <a:extLst>
              <a:ext uri="{FF2B5EF4-FFF2-40B4-BE49-F238E27FC236}">
                <a16:creationId xmlns:a16="http://schemas.microsoft.com/office/drawing/2014/main" id="{DF875F47-4914-B9EF-8C4F-6C532CA50F36}"/>
              </a:ext>
            </a:extLst>
          </p:cNvPr>
          <p:cNvSpPr/>
          <p:nvPr/>
        </p:nvSpPr>
        <p:spPr>
          <a:xfrm>
            <a:off x="-979714" y="5565466"/>
            <a:ext cx="9789886" cy="477075"/>
          </a:xfrm>
          <a:custGeom>
            <a:avLst/>
            <a:gdLst>
              <a:gd name="csX0" fmla="*/ 0 w 10251613"/>
              <a:gd name="csY0" fmla="*/ 537891 h 1446156"/>
              <a:gd name="csX1" fmla="*/ 4593772 w 10251613"/>
              <a:gd name="csY1" fmla="*/ 37148 h 1446156"/>
              <a:gd name="csX2" fmla="*/ 7282543 w 10251613"/>
              <a:gd name="csY2" fmla="*/ 1430519 h 1446156"/>
              <a:gd name="csX3" fmla="*/ 9906000 w 10251613"/>
              <a:gd name="csY3" fmla="*/ 744719 h 1446156"/>
              <a:gd name="csX4" fmla="*/ 10145486 w 10251613"/>
              <a:gd name="csY4" fmla="*/ 91576 h 1446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51613" h="1446156">
                <a:moveTo>
                  <a:pt x="0" y="537891"/>
                </a:moveTo>
                <a:cubicBezTo>
                  <a:pt x="1690007" y="213134"/>
                  <a:pt x="3380015" y="-111623"/>
                  <a:pt x="4593772" y="37148"/>
                </a:cubicBezTo>
                <a:cubicBezTo>
                  <a:pt x="5807529" y="185919"/>
                  <a:pt x="6397172" y="1312591"/>
                  <a:pt x="7282543" y="1430519"/>
                </a:cubicBezTo>
                <a:cubicBezTo>
                  <a:pt x="8167914" y="1548447"/>
                  <a:pt x="9428843" y="967876"/>
                  <a:pt x="9906000" y="744719"/>
                </a:cubicBezTo>
                <a:cubicBezTo>
                  <a:pt x="10383157" y="521562"/>
                  <a:pt x="10264321" y="306569"/>
                  <a:pt x="10145486" y="91576"/>
                </a:cubicBezTo>
              </a:path>
            </a:pathLst>
          </a:cu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8D627D3-8092-2950-48BA-93385D41A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2" b="26266"/>
          <a:stretch>
            <a:fillRect/>
          </a:stretch>
        </p:blipFill>
        <p:spPr>
          <a:xfrm flipH="1">
            <a:off x="8580724" y="4795980"/>
            <a:ext cx="3923239" cy="120903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EF9284-85A5-FA62-6E60-4EC0463EAA6B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2375090-6001-1EAF-6EB7-AE4D257C718A}"/>
              </a:ext>
            </a:extLst>
          </p:cNvPr>
          <p:cNvSpPr/>
          <p:nvPr/>
        </p:nvSpPr>
        <p:spPr>
          <a:xfrm>
            <a:off x="4712346" y="1732711"/>
            <a:ext cx="4250267" cy="5975260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5BA2A5F-8436-CC16-5E77-5DFB10BBD3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8BFB30-0EB8-9F68-CBDD-10E94D6DEE1B}"/>
              </a:ext>
            </a:extLst>
          </p:cNvPr>
          <p:cNvSpPr txBox="1"/>
          <p:nvPr/>
        </p:nvSpPr>
        <p:spPr>
          <a:xfrm>
            <a:off x="189837" y="331543"/>
            <a:ext cx="647484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50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Requirements</a:t>
            </a:r>
            <a:r>
              <a:rPr lang="it-IT" sz="5000" b="1">
                <a:solidFill>
                  <a:schemeClr val="bg1"/>
                </a:solidFill>
                <a:latin typeface="Baskerville Old Face" panose="02020602080505020303" pitchFamily="18" charset="0"/>
              </a:rPr>
              <a:t> and Goals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420910-3612-1E6A-C7AC-2601A6E0327F}"/>
              </a:ext>
            </a:extLst>
          </p:cNvPr>
          <p:cNvSpPr txBox="1"/>
          <p:nvPr/>
        </p:nvSpPr>
        <p:spPr>
          <a:xfrm>
            <a:off x="5897747" y="2354212"/>
            <a:ext cx="23790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000" u="sng" err="1">
                <a:solidFill>
                  <a:schemeClr val="bg1"/>
                </a:solidFill>
                <a:latin typeface="Baskerville Old Face" panose="02020602080505020303" pitchFamily="18" charset="0"/>
              </a:rPr>
              <a:t>Requirements</a:t>
            </a:r>
            <a:endParaRPr lang="it-IT" sz="3000" u="sng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3768E4-600D-0072-0B4E-A5F5DF3E8F3A}"/>
              </a:ext>
            </a:extLst>
          </p:cNvPr>
          <p:cNvSpPr txBox="1"/>
          <p:nvPr/>
        </p:nvSpPr>
        <p:spPr>
          <a:xfrm>
            <a:off x="4913070" y="3275928"/>
            <a:ext cx="366765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It is required to build an attack graph with roughly 20 elements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0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At least 2 different adversary profiles are required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 elements of the AEG must be explicitly linked with the table</a:t>
            </a:r>
            <a:endParaRPr lang="it-IT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BC7E8B-3C23-28E4-370E-3B0CAC0717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748" y="2317064"/>
            <a:ext cx="576000" cy="628293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D3CC71F-D244-9E76-0698-3759970BA4EB}"/>
              </a:ext>
            </a:extLst>
          </p:cNvPr>
          <p:cNvSpPr/>
          <p:nvPr/>
        </p:nvSpPr>
        <p:spPr>
          <a:xfrm>
            <a:off x="249842" y="1732711"/>
            <a:ext cx="4250267" cy="5975260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CF5CE1-D8C1-51EB-3A2C-DCEEB67D988A}"/>
              </a:ext>
            </a:extLst>
          </p:cNvPr>
          <p:cNvSpPr txBox="1"/>
          <p:nvPr/>
        </p:nvSpPr>
        <p:spPr>
          <a:xfrm>
            <a:off x="1274488" y="2317810"/>
            <a:ext cx="23790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000" u="sng">
                <a:solidFill>
                  <a:schemeClr val="bg1"/>
                </a:solidFill>
                <a:latin typeface="Baskerville Old Face" panose="02020602080505020303" pitchFamily="18" charset="0"/>
              </a:rPr>
              <a:t>Goals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B91589-FB96-A9CD-CC29-83A250F69DF5}"/>
              </a:ext>
            </a:extLst>
          </p:cNvPr>
          <p:cNvSpPr txBox="1"/>
          <p:nvPr/>
        </p:nvSpPr>
        <p:spPr>
          <a:xfrm>
            <a:off x="462079" y="3253867"/>
            <a:ext cx="36676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Create an ADVISE model on Mobius for adversaries trying to attack the communication channels of a car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Analyze and interpret the results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Evaluate the probability of each adversary to achieve the goal of stealing private data</a:t>
            </a:r>
            <a:endParaRPr lang="it-IT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8964486-0BE0-6118-20B8-9DEAF1ECF6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32" y="2354212"/>
            <a:ext cx="540000" cy="540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5D826A-BDAB-6D4F-34DB-4359AABDF9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75"/>
          <a:stretch>
            <a:fillRect/>
          </a:stretch>
        </p:blipFill>
        <p:spPr>
          <a:xfrm>
            <a:off x="9380869" y="6005011"/>
            <a:ext cx="2403276" cy="66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2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D9E5F-C0AA-6C5E-E87A-B2682A6F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10AC28-50C0-A8A2-F19E-095A75B39F9B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80B7D41-E862-9E16-A067-3FDFE990F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4ECB42-E4CA-3F46-F0A8-C314B2016576}"/>
              </a:ext>
            </a:extLst>
          </p:cNvPr>
          <p:cNvSpPr txBox="1"/>
          <p:nvPr/>
        </p:nvSpPr>
        <p:spPr>
          <a:xfrm>
            <a:off x="249842" y="385059"/>
            <a:ext cx="6258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Attack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Execution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Graph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D821E05-3F27-39EF-189B-40CA599C1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274" y="1332272"/>
            <a:ext cx="7704000" cy="54538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AF888A9-0E8C-11C3-4A95-228FC1364CD9}"/>
                  </a:ext>
                </a:extLst>
              </p:cNvPr>
              <p:cNvSpPr txBox="1"/>
              <p:nvPr/>
            </p:nvSpPr>
            <p:spPr>
              <a:xfrm>
                <a:off x="8734460" y="3868544"/>
                <a:ext cx="2633404" cy="2416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b="1" u="sng">
                    <a:solidFill>
                      <a:srgbClr val="456990"/>
                    </a:solidFill>
                    <a:latin typeface="Baskerville Old Face" panose="02020602080505020303" pitchFamily="18" charset="0"/>
                  </a:rPr>
                  <a:t>POSSIBLE PATHS</a:t>
                </a:r>
              </a:p>
              <a:p>
                <a:pPr algn="ctr"/>
                <a:endParaRPr lang="it-IT" sz="1500"/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it-IT" sz="1500">
                    <a:solidFill>
                      <a:srgbClr val="456990"/>
                    </a:solidFill>
                  </a:rPr>
                  <a:t>AS1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AS2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AS6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it-IT" sz="1000">
                  <a:solidFill>
                    <a:srgbClr val="456990"/>
                  </a:solidFill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it-IT" sz="1500">
                    <a:solidFill>
                      <a:srgbClr val="456990"/>
                    </a:solidFill>
                  </a:rPr>
                  <a:t>AS4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AS7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it-IT" sz="1000">
                  <a:solidFill>
                    <a:srgbClr val="456990"/>
                  </a:solidFill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it-IT" sz="1500">
                    <a:solidFill>
                      <a:srgbClr val="456990"/>
                    </a:solidFill>
                  </a:rPr>
                  <a:t>AS5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AS7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it-IT" sz="1000">
                  <a:solidFill>
                    <a:srgbClr val="456990"/>
                  </a:solidFill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it-IT" sz="1500">
                    <a:solidFill>
                      <a:srgbClr val="456990"/>
                    </a:solidFill>
                  </a:rPr>
                  <a:t>AS4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AS3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AS2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AS6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it-IT" sz="1000">
                  <a:solidFill>
                    <a:srgbClr val="456990"/>
                  </a:solidFill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it-IT" sz="1500">
                    <a:solidFill>
                      <a:srgbClr val="456990"/>
                    </a:solidFill>
                  </a:rPr>
                  <a:t>AS5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AS3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AS2  </a:t>
                </a:r>
                <a14:m>
                  <m:oMath xmlns:m="http://schemas.openxmlformats.org/officeDocument/2006/math">
                    <m:r>
                      <a:rPr lang="it-IT" sz="1500" i="1" smtClean="0">
                        <a:solidFill>
                          <a:srgbClr val="45699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500">
                    <a:solidFill>
                      <a:srgbClr val="456990"/>
                    </a:solidFill>
                  </a:rPr>
                  <a:t> AS6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AF888A9-0E8C-11C3-4A95-228FC1364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460" y="3868544"/>
                <a:ext cx="2633404" cy="2416046"/>
              </a:xfrm>
              <a:prstGeom prst="rect">
                <a:avLst/>
              </a:prstGeom>
              <a:blipFill>
                <a:blip r:embed="rId5"/>
                <a:stretch>
                  <a:fillRect l="-694" t="-1263" b="-25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A86D1B-EC83-9677-C047-20CEADFD4B37}"/>
              </a:ext>
            </a:extLst>
          </p:cNvPr>
          <p:cNvSpPr/>
          <p:nvPr/>
        </p:nvSpPr>
        <p:spPr>
          <a:xfrm>
            <a:off x="8592492" y="3680194"/>
            <a:ext cx="2917341" cy="2792747"/>
          </a:xfrm>
          <a:prstGeom prst="roundRect">
            <a:avLst/>
          </a:prstGeom>
          <a:noFill/>
          <a:ln w="12700"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4162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24FFA-6876-AC44-7494-DAB906CF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2A7131-84A7-63D6-F0CB-4EADAD5A62A8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CB520AF-B3D6-496B-574E-B44C4E4F47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68C27-CEB4-54EC-D35F-CA18C42EB1C9}"/>
              </a:ext>
            </a:extLst>
          </p:cNvPr>
          <p:cNvSpPr txBox="1"/>
          <p:nvPr/>
        </p:nvSpPr>
        <p:spPr>
          <a:xfrm>
            <a:off x="249842" y="385059"/>
            <a:ext cx="32095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Attack Steps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9C370A-F463-976E-4B74-4D32DFCFBF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815" y="1439437"/>
            <a:ext cx="6839301" cy="5219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FFE21E-E9F9-6E44-2E17-B8FFC4ECCE5E}"/>
              </a:ext>
            </a:extLst>
          </p:cNvPr>
          <p:cNvSpPr txBox="1"/>
          <p:nvPr/>
        </p:nvSpPr>
        <p:spPr>
          <a:xfrm>
            <a:off x="526472" y="1950424"/>
            <a:ext cx="4303718" cy="47089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000" b="1">
                <a:solidFill>
                  <a:srgbClr val="C00000"/>
                </a:solidFill>
              </a:rPr>
              <a:t>AS5: </a:t>
            </a:r>
            <a:r>
              <a:rPr lang="it-IT" sz="2000" err="1"/>
              <a:t>Inject</a:t>
            </a:r>
            <a:r>
              <a:rPr lang="it-IT" sz="2000"/>
              <a:t> </a:t>
            </a:r>
            <a:r>
              <a:rPr lang="it-IT" sz="2000" err="1"/>
              <a:t>Tampered</a:t>
            </a:r>
            <a:r>
              <a:rPr lang="it-IT" sz="2000"/>
              <a:t> </a:t>
            </a:r>
            <a:r>
              <a:rPr lang="it-IT" sz="2000" err="1"/>
              <a:t>Binary</a:t>
            </a:r>
            <a:r>
              <a:rPr lang="it-IT" sz="2000"/>
              <a:t>  </a:t>
            </a:r>
          </a:p>
          <a:p>
            <a:endParaRPr lang="it-IT" sz="2000"/>
          </a:p>
          <a:p>
            <a:r>
              <a:rPr lang="it-IT" sz="2000" b="1">
                <a:solidFill>
                  <a:srgbClr val="FFC000"/>
                </a:solidFill>
              </a:rPr>
              <a:t>AS6: </a:t>
            </a:r>
            <a:r>
              <a:rPr lang="it-IT" sz="2000" err="1"/>
              <a:t>Extract</a:t>
            </a:r>
            <a:r>
              <a:rPr lang="it-IT" sz="2000"/>
              <a:t> Data via CAN Bus  </a:t>
            </a:r>
          </a:p>
          <a:p>
            <a:endParaRPr lang="it-IT" sz="2000"/>
          </a:p>
          <a:p>
            <a:r>
              <a:rPr lang="it-IT" sz="2000" b="1">
                <a:solidFill>
                  <a:srgbClr val="FFC000"/>
                </a:solidFill>
              </a:rPr>
              <a:t>AS7:</a:t>
            </a:r>
            <a:r>
              <a:rPr lang="it-IT" sz="2000" b="1"/>
              <a:t> </a:t>
            </a:r>
            <a:r>
              <a:rPr lang="it-IT" sz="2000" err="1"/>
              <a:t>Extract</a:t>
            </a:r>
            <a:r>
              <a:rPr lang="it-IT" sz="2000"/>
              <a:t> Data </a:t>
            </a:r>
            <a:r>
              <a:rPr lang="it-IT" sz="2000" err="1"/>
              <a:t>Remotely</a:t>
            </a:r>
            <a:r>
              <a:rPr lang="it-IT" sz="2000"/>
              <a:t> </a:t>
            </a:r>
          </a:p>
          <a:p>
            <a:endParaRPr lang="it-IT" sz="2000"/>
          </a:p>
          <a:p>
            <a:r>
              <a:rPr lang="it-IT" sz="2000" b="1">
                <a:solidFill>
                  <a:srgbClr val="92D050"/>
                </a:solidFill>
              </a:rPr>
              <a:t>AS3: </a:t>
            </a:r>
            <a:r>
              <a:rPr lang="it-IT" sz="2000" err="1"/>
              <a:t>Reflash</a:t>
            </a:r>
            <a:r>
              <a:rPr lang="it-IT" sz="2000"/>
              <a:t> Gateway Chip </a:t>
            </a:r>
          </a:p>
          <a:p>
            <a:endParaRPr lang="it-IT" sz="2000"/>
          </a:p>
          <a:p>
            <a:r>
              <a:rPr lang="it-IT" sz="2000" b="1">
                <a:solidFill>
                  <a:srgbClr val="00B0F0"/>
                </a:solidFill>
              </a:rPr>
              <a:t>AS2: </a:t>
            </a:r>
            <a:r>
              <a:rPr lang="it-IT" sz="2000" err="1"/>
              <a:t>Inject</a:t>
            </a:r>
            <a:r>
              <a:rPr lang="it-IT" sz="2000"/>
              <a:t> </a:t>
            </a:r>
            <a:r>
              <a:rPr lang="it-IT" sz="2000" err="1"/>
              <a:t>Malicious</a:t>
            </a:r>
            <a:r>
              <a:rPr lang="it-IT" sz="2000"/>
              <a:t> CAN </a:t>
            </a:r>
            <a:r>
              <a:rPr lang="it-IT" sz="2000" err="1"/>
              <a:t>Messages</a:t>
            </a:r>
            <a:r>
              <a:rPr lang="it-IT" sz="2000"/>
              <a:t> </a:t>
            </a:r>
          </a:p>
          <a:p>
            <a:endParaRPr lang="it-IT" sz="2000"/>
          </a:p>
          <a:p>
            <a:r>
              <a:rPr lang="it-IT" sz="2000" b="1">
                <a:solidFill>
                  <a:srgbClr val="3B27F9"/>
                </a:solidFill>
              </a:rPr>
              <a:t>AS1: </a:t>
            </a:r>
            <a:r>
              <a:rPr lang="it-IT" sz="2000"/>
              <a:t>Send V2X </a:t>
            </a:r>
            <a:r>
              <a:rPr lang="it-IT" sz="2000" err="1"/>
              <a:t>Malicious</a:t>
            </a:r>
            <a:r>
              <a:rPr lang="it-IT" sz="2000"/>
              <a:t> </a:t>
            </a:r>
            <a:r>
              <a:rPr lang="it-IT" sz="2000" err="1"/>
              <a:t>Messages</a:t>
            </a:r>
            <a:r>
              <a:rPr lang="it-IT" sz="2000"/>
              <a:t> </a:t>
            </a:r>
          </a:p>
          <a:p>
            <a:endParaRPr lang="it-IT" sz="2000"/>
          </a:p>
          <a:p>
            <a:r>
              <a:rPr lang="it-IT" sz="2000" b="1">
                <a:solidFill>
                  <a:schemeClr val="accent5">
                    <a:lumMod val="75000"/>
                  </a:schemeClr>
                </a:solidFill>
              </a:rPr>
              <a:t>AS4:</a:t>
            </a:r>
            <a:r>
              <a:rPr lang="it-IT" sz="2000" b="1"/>
              <a:t> </a:t>
            </a:r>
            <a:r>
              <a:rPr lang="it-IT" sz="2000"/>
              <a:t>Impersonate OEM </a:t>
            </a:r>
          </a:p>
          <a:p>
            <a:endParaRPr lang="it-IT" sz="2000">
              <a:solidFill>
                <a:srgbClr val="456990"/>
              </a:solidFill>
            </a:endParaRPr>
          </a:p>
          <a:p>
            <a:endParaRPr lang="it-IT" sz="2000">
              <a:solidFill>
                <a:srgbClr val="45699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FC675CA-C983-EB79-3448-15286BF0989F}"/>
              </a:ext>
            </a:extLst>
          </p:cNvPr>
          <p:cNvSpPr/>
          <p:nvPr/>
        </p:nvSpPr>
        <p:spPr>
          <a:xfrm>
            <a:off x="8364154" y="4953064"/>
            <a:ext cx="347393" cy="2520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715B64-61E1-C960-8531-C5FC3E64A408}"/>
              </a:ext>
            </a:extLst>
          </p:cNvPr>
          <p:cNvCxnSpPr/>
          <p:nvPr/>
        </p:nvCxnSpPr>
        <p:spPr>
          <a:xfrm>
            <a:off x="9283700" y="3022600"/>
            <a:ext cx="137583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C3513C-3F6F-D8A9-181A-B199250EC684}"/>
              </a:ext>
            </a:extLst>
          </p:cNvPr>
          <p:cNvCxnSpPr/>
          <p:nvPr/>
        </p:nvCxnSpPr>
        <p:spPr>
          <a:xfrm>
            <a:off x="10621433" y="2874435"/>
            <a:ext cx="828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149AAC-7132-45A0-6B21-2A6604DB11D7}"/>
              </a:ext>
            </a:extLst>
          </p:cNvPr>
          <p:cNvCxnSpPr/>
          <p:nvPr/>
        </p:nvCxnSpPr>
        <p:spPr>
          <a:xfrm>
            <a:off x="10634135" y="3441699"/>
            <a:ext cx="8280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807F0C-9BAA-7A89-7D46-D6898A85A21F}"/>
              </a:ext>
            </a:extLst>
          </p:cNvPr>
          <p:cNvCxnSpPr>
            <a:cxnSpLocks/>
          </p:cNvCxnSpPr>
          <p:nvPr/>
        </p:nvCxnSpPr>
        <p:spPr>
          <a:xfrm>
            <a:off x="8801101" y="3585634"/>
            <a:ext cx="11880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E5603C-28E8-9D94-8F51-EF34BDDD3FE2}"/>
              </a:ext>
            </a:extLst>
          </p:cNvPr>
          <p:cNvCxnSpPr/>
          <p:nvPr/>
        </p:nvCxnSpPr>
        <p:spPr>
          <a:xfrm>
            <a:off x="10634135" y="3843866"/>
            <a:ext cx="7200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BD3BA7-96FF-5F73-9256-95894CA010D3}"/>
              </a:ext>
            </a:extLst>
          </p:cNvPr>
          <p:cNvCxnSpPr>
            <a:cxnSpLocks/>
          </p:cNvCxnSpPr>
          <p:nvPr/>
        </p:nvCxnSpPr>
        <p:spPr>
          <a:xfrm>
            <a:off x="8801101" y="3996267"/>
            <a:ext cx="11880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125BD0-EAA6-BCE9-91CF-A696848C8D0C}"/>
              </a:ext>
            </a:extLst>
          </p:cNvPr>
          <p:cNvCxnSpPr>
            <a:cxnSpLocks/>
          </p:cNvCxnSpPr>
          <p:nvPr/>
        </p:nvCxnSpPr>
        <p:spPr>
          <a:xfrm>
            <a:off x="8792635" y="5151966"/>
            <a:ext cx="223433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292D2C-8F07-635D-4688-6AD8979682D7}"/>
              </a:ext>
            </a:extLst>
          </p:cNvPr>
          <p:cNvCxnSpPr>
            <a:cxnSpLocks/>
          </p:cNvCxnSpPr>
          <p:nvPr/>
        </p:nvCxnSpPr>
        <p:spPr>
          <a:xfrm>
            <a:off x="8792635" y="5405966"/>
            <a:ext cx="1413932" cy="0"/>
          </a:xfrm>
          <a:prstGeom prst="line">
            <a:avLst/>
          </a:prstGeom>
          <a:ln>
            <a:solidFill>
              <a:srgbClr val="3B27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68D658-BAAC-5DF3-8447-C9DC8ECB360D}"/>
              </a:ext>
            </a:extLst>
          </p:cNvPr>
          <p:cNvCxnSpPr>
            <a:cxnSpLocks/>
          </p:cNvCxnSpPr>
          <p:nvPr/>
        </p:nvCxnSpPr>
        <p:spPr>
          <a:xfrm>
            <a:off x="8801101" y="6231104"/>
            <a:ext cx="1820332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7115F4-121E-06CF-FBA2-8447141E1333}"/>
              </a:ext>
            </a:extLst>
          </p:cNvPr>
          <p:cNvCxnSpPr>
            <a:cxnSpLocks/>
          </p:cNvCxnSpPr>
          <p:nvPr/>
        </p:nvCxnSpPr>
        <p:spPr>
          <a:xfrm>
            <a:off x="9300634" y="6375037"/>
            <a:ext cx="864000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022706B-EE55-D3C3-581E-5E14658BA6C6}"/>
              </a:ext>
            </a:extLst>
          </p:cNvPr>
          <p:cNvSpPr/>
          <p:nvPr/>
        </p:nvSpPr>
        <p:spPr>
          <a:xfrm>
            <a:off x="8371270" y="5205064"/>
            <a:ext cx="347393" cy="252000"/>
          </a:xfrm>
          <a:prstGeom prst="ellipse">
            <a:avLst/>
          </a:prstGeom>
          <a:noFill/>
          <a:ln>
            <a:solidFill>
              <a:srgbClr val="3B27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1ABC955-90ED-E94B-F6B4-07B8DCB19941}"/>
              </a:ext>
            </a:extLst>
          </p:cNvPr>
          <p:cNvSpPr/>
          <p:nvPr/>
        </p:nvSpPr>
        <p:spPr>
          <a:xfrm>
            <a:off x="8364154" y="6029493"/>
            <a:ext cx="347393" cy="25200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5162A0D-1419-F629-3760-312EB46D00AE}"/>
              </a:ext>
            </a:extLst>
          </p:cNvPr>
          <p:cNvSpPr/>
          <p:nvPr/>
        </p:nvSpPr>
        <p:spPr>
          <a:xfrm>
            <a:off x="8336465" y="3650684"/>
            <a:ext cx="347393" cy="25200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0FBFE4A-FA51-7B4C-DD47-326E53DA5853}"/>
              </a:ext>
            </a:extLst>
          </p:cNvPr>
          <p:cNvSpPr/>
          <p:nvPr/>
        </p:nvSpPr>
        <p:spPr>
          <a:xfrm>
            <a:off x="8328920" y="3239316"/>
            <a:ext cx="347393" cy="252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559E81-AC9C-A7BB-F2E7-95F5B4D9E508}"/>
              </a:ext>
            </a:extLst>
          </p:cNvPr>
          <p:cNvSpPr/>
          <p:nvPr/>
        </p:nvSpPr>
        <p:spPr>
          <a:xfrm>
            <a:off x="8336465" y="2692251"/>
            <a:ext cx="347393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706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374A5-E925-28B1-34EA-A6C2C724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287C44-69FC-2E88-DAE4-E572910E69A4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FE1FE25-F488-81DA-7902-F5451CB47E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8A7397-4854-2A43-133A-16A9C5DC8F0C}"/>
              </a:ext>
            </a:extLst>
          </p:cNvPr>
          <p:cNvSpPr txBox="1"/>
          <p:nvPr/>
        </p:nvSpPr>
        <p:spPr>
          <a:xfrm>
            <a:off x="249842" y="385059"/>
            <a:ext cx="4604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Experiment Setup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A27F8-170A-AD34-CDEC-385CCF2D4857}"/>
              </a:ext>
            </a:extLst>
          </p:cNvPr>
          <p:cNvSpPr txBox="1"/>
          <p:nvPr/>
        </p:nvSpPr>
        <p:spPr>
          <a:xfrm>
            <a:off x="3334239" y="1467019"/>
            <a:ext cx="5523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>
                <a:solidFill>
                  <a:srgbClr val="456990"/>
                </a:solidFill>
                <a:latin typeface="Baskerville Old Face" panose="02020602080505020303" pitchFamily="18" charset="0"/>
              </a:rPr>
              <a:t>EVALUATION SCALES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D95309-F813-CBE4-FFFD-FD9604A9E5C7}"/>
              </a:ext>
            </a:extLst>
          </p:cNvPr>
          <p:cNvSpPr txBox="1"/>
          <p:nvPr/>
        </p:nvSpPr>
        <p:spPr>
          <a:xfrm>
            <a:off x="682167" y="2144402"/>
            <a:ext cx="1449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u="sng">
                <a:solidFill>
                  <a:srgbClr val="456990"/>
                </a:solidFill>
                <a:latin typeface="Baskerville Old Face" panose="02020602080505020303" pitchFamily="18" charset="0"/>
              </a:rPr>
              <a:t>Cost Scale</a:t>
            </a:r>
            <a:endParaRPr lang="it-IT">
              <a:solidFill>
                <a:srgbClr val="456990"/>
              </a:solidFill>
              <a:latin typeface="Baskerville Old Face" panose="02020602080505020303" pitchFamily="18" charset="0"/>
            </a:endParaRPr>
          </a:p>
          <a:p>
            <a:endParaRPr lang="it-IT" sz="2400" i="1" u="sng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52DA4F-3E01-360F-C8E0-F9805DA30F0C}"/>
              </a:ext>
            </a:extLst>
          </p:cNvPr>
          <p:cNvSpPr txBox="1"/>
          <p:nvPr/>
        </p:nvSpPr>
        <p:spPr>
          <a:xfrm>
            <a:off x="682167" y="4418858"/>
            <a:ext cx="15680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u="sng">
                <a:solidFill>
                  <a:srgbClr val="456990"/>
                </a:solidFill>
                <a:latin typeface="Baskerville Old Face" panose="02020602080505020303" pitchFamily="18" charset="0"/>
              </a:rPr>
              <a:t>Time Scale</a:t>
            </a:r>
            <a:endParaRPr lang="it-IT">
              <a:solidFill>
                <a:srgbClr val="456990"/>
              </a:solidFill>
              <a:latin typeface="Baskerville Old Face" panose="02020602080505020303" pitchFamily="18" charset="0"/>
            </a:endParaRPr>
          </a:p>
          <a:p>
            <a:endParaRPr lang="it-IT" sz="2400" i="1" u="sng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5EE527-EA4B-6A12-84FF-C8DB39A84488}"/>
              </a:ext>
            </a:extLst>
          </p:cNvPr>
          <p:cNvSpPr txBox="1"/>
          <p:nvPr/>
        </p:nvSpPr>
        <p:spPr>
          <a:xfrm>
            <a:off x="5945368" y="2144401"/>
            <a:ext cx="14334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i="1" u="sng">
                <a:solidFill>
                  <a:srgbClr val="456990"/>
                </a:solidFill>
                <a:latin typeface="Baskerville Old Face" panose="02020602080505020303" pitchFamily="18" charset="0"/>
              </a:rPr>
              <a:t>Skill Scale</a:t>
            </a:r>
            <a:endParaRPr lang="it-IT">
              <a:solidFill>
                <a:srgbClr val="456990"/>
              </a:solidFill>
              <a:latin typeface="Baskerville Old Face" panose="02020602080505020303" pitchFamily="18" charset="0"/>
            </a:endParaRPr>
          </a:p>
          <a:p>
            <a:endParaRPr lang="it-IT" sz="2400" i="1" u="sng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F98B74-AB1E-FEA5-5E2A-736980CDEC1B}"/>
              </a:ext>
            </a:extLst>
          </p:cNvPr>
          <p:cNvSpPr txBox="1"/>
          <p:nvPr/>
        </p:nvSpPr>
        <p:spPr>
          <a:xfrm>
            <a:off x="5944639" y="4702275"/>
            <a:ext cx="53837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i="1" u="sng">
                <a:solidFill>
                  <a:srgbClr val="456990"/>
                </a:solidFill>
                <a:latin typeface="Baskerville Old Face" panose="02020602080505020303" pitchFamily="18" charset="0"/>
              </a:rPr>
              <a:t>Payoff Choice</a:t>
            </a:r>
            <a:endParaRPr lang="it-IT">
              <a:solidFill>
                <a:srgbClr val="456990"/>
              </a:solidFill>
              <a:latin typeface="Baskerville Old Face" panose="02020602080505020303" pitchFamily="18" charset="0"/>
            </a:endParaRPr>
          </a:p>
          <a:p>
            <a:endParaRPr lang="it-IT" sz="1000" i="1" u="sng">
              <a:solidFill>
                <a:srgbClr val="456990"/>
              </a:solidFill>
              <a:latin typeface="Baskerville Old Face" panose="02020602080505020303" pitchFamily="18" charset="0"/>
            </a:endParaRPr>
          </a:p>
          <a:p>
            <a:r>
              <a:rPr lang="it-IT" sz="1600">
                <a:solidFill>
                  <a:srgbClr val="456990"/>
                </a:solidFill>
                <a:latin typeface="Baskerville Old Face" panose="02020602080505020303" pitchFamily="18" charset="0"/>
              </a:rPr>
              <a:t>The payoff of the </a:t>
            </a:r>
            <a:r>
              <a:rPr lang="it-IT" sz="1600" err="1">
                <a:solidFill>
                  <a:srgbClr val="456990"/>
                </a:solidFill>
                <a:latin typeface="Baskerville Old Face" panose="02020602080505020303" pitchFamily="18" charset="0"/>
              </a:rPr>
              <a:t>unique</a:t>
            </a:r>
            <a:r>
              <a:rPr lang="it-IT" sz="1600">
                <a:solidFill>
                  <a:srgbClr val="456990"/>
                </a:solidFill>
                <a:latin typeface="Baskerville Old Face" panose="02020602080505020303" pitchFamily="18" charset="0"/>
              </a:rPr>
              <a:t> goal (G1) </a:t>
            </a:r>
            <a:r>
              <a:rPr lang="it-IT" sz="1600" err="1">
                <a:solidFill>
                  <a:srgbClr val="456990"/>
                </a:solidFill>
                <a:latin typeface="Baskerville Old Face" panose="02020602080505020303" pitchFamily="18" charset="0"/>
              </a:rPr>
              <a:t>was</a:t>
            </a:r>
            <a:r>
              <a:rPr lang="it-IT" sz="1600">
                <a:solidFill>
                  <a:srgbClr val="456990"/>
                </a:solidFill>
                <a:latin typeface="Baskerville Old Face" panose="02020602080505020303" pitchFamily="18" charset="0"/>
              </a:rPr>
              <a:t> set to 1000 (the maximum </a:t>
            </a:r>
            <a:r>
              <a:rPr lang="it-IT" sz="1600" err="1">
                <a:solidFill>
                  <a:srgbClr val="456990"/>
                </a:solidFill>
                <a:latin typeface="Baskerville Old Face" panose="02020602080505020303" pitchFamily="18" charset="0"/>
              </a:rPr>
              <a:t>value</a:t>
            </a:r>
            <a:r>
              <a:rPr lang="it-IT" sz="1600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1600" err="1">
                <a:solidFill>
                  <a:srgbClr val="456990"/>
                </a:solidFill>
                <a:latin typeface="Baskerville Old Face" panose="02020602080505020303" pitchFamily="18" charset="0"/>
              </a:rPr>
              <a:t>allowed</a:t>
            </a:r>
            <a:r>
              <a:rPr lang="it-IT" sz="1600">
                <a:solidFill>
                  <a:srgbClr val="456990"/>
                </a:solidFill>
                <a:latin typeface="Baskerville Old Face" panose="02020602080505020303" pitchFamily="18" charset="0"/>
              </a:rPr>
              <a:t> by Mobius)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3AC087C-24B1-78C4-8474-CDD90544D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473385"/>
              </p:ext>
            </p:extLst>
          </p:nvPr>
        </p:nvGraphicFramePr>
        <p:xfrm>
          <a:off x="734354" y="2628900"/>
          <a:ext cx="4119634" cy="1584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21359">
                  <a:extLst>
                    <a:ext uri="{9D8B030D-6E8A-4147-A177-3AD203B41FA5}">
                      <a16:colId xmlns:a16="http://schemas.microsoft.com/office/drawing/2014/main" val="4252720262"/>
                    </a:ext>
                  </a:extLst>
                </a:gridCol>
                <a:gridCol w="3198275">
                  <a:extLst>
                    <a:ext uri="{9D8B030D-6E8A-4147-A177-3AD203B41FA5}">
                      <a16:colId xmlns:a16="http://schemas.microsoft.com/office/drawing/2014/main" val="298740414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Range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Interpretation</a:t>
                      </a:r>
                      <a:endParaRPr lang="it-IT" sz="18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marL="108000" marR="108000"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56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217912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0-20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Very cheap,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affordable</a:t>
                      </a:r>
                      <a:endParaRPr lang="it-IT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8955778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21-50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Requires a small investment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2008350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51-80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Requires a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serious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budget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6849658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81-100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Very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expensive</a:t>
                      </a:r>
                      <a:endParaRPr lang="it-IT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51829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FFD86C6-F3A9-394F-9F71-DFCA88F68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989423"/>
              </p:ext>
            </p:extLst>
          </p:nvPr>
        </p:nvGraphicFramePr>
        <p:xfrm>
          <a:off x="734354" y="4900684"/>
          <a:ext cx="4119634" cy="1584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21359">
                  <a:extLst>
                    <a:ext uri="{9D8B030D-6E8A-4147-A177-3AD203B41FA5}">
                      <a16:colId xmlns:a16="http://schemas.microsoft.com/office/drawing/2014/main" val="4252720262"/>
                    </a:ext>
                  </a:extLst>
                </a:gridCol>
                <a:gridCol w="3198275">
                  <a:extLst>
                    <a:ext uri="{9D8B030D-6E8A-4147-A177-3AD203B41FA5}">
                      <a16:colId xmlns:a16="http://schemas.microsoft.com/office/drawing/2014/main" val="298740414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Range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Interpretation</a:t>
                      </a:r>
                      <a:endParaRPr lang="it-IT" sz="18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marL="108000" marR="108000"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56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217912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0-2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Requires one hour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8955778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3-5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Requires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around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two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hours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2008350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6-8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Requires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three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to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four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hours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6849658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9-10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Requires up to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five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hours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518299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C17B247-9287-4DF9-2C35-9BC30373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863815"/>
              </p:ext>
            </p:extLst>
          </p:nvPr>
        </p:nvGraphicFramePr>
        <p:xfrm>
          <a:off x="6012454" y="2626870"/>
          <a:ext cx="4941096" cy="1584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57096">
                  <a:extLst>
                    <a:ext uri="{9D8B030D-6E8A-4147-A177-3AD203B41FA5}">
                      <a16:colId xmlns:a16="http://schemas.microsoft.com/office/drawing/2014/main" val="4252720262"/>
                    </a:ext>
                  </a:extLst>
                </a:gridCol>
                <a:gridCol w="1092578">
                  <a:extLst>
                    <a:ext uri="{9D8B030D-6E8A-4147-A177-3AD203B41FA5}">
                      <a16:colId xmlns:a16="http://schemas.microsoft.com/office/drawing/2014/main" val="1477747908"/>
                    </a:ext>
                  </a:extLst>
                </a:gridCol>
                <a:gridCol w="2991422">
                  <a:extLst>
                    <a:ext uri="{9D8B030D-6E8A-4147-A177-3AD203B41FA5}">
                      <a16:colId xmlns:a16="http://schemas.microsoft.com/office/drawing/2014/main" val="298740414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Range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Level</a:t>
                      </a:r>
                    </a:p>
                  </a:txBody>
                  <a:tcPr marL="108000" marR="108000"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Interpretation</a:t>
                      </a:r>
                      <a:endParaRPr lang="it-IT" sz="18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marL="108000" marR="108000"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56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217912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0-200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Novice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No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specific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skills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8955778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201-500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Intermediate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Security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researcher</a:t>
                      </a:r>
                      <a:endParaRPr lang="it-IT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2008350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501-800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Advanced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Professional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penetration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tester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6849658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801-1000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Expert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World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expert</a:t>
                      </a:r>
                      <a:endParaRPr lang="it-IT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518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83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4036C-322E-7AE4-CBCA-D2FB2EE1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639CDB-220D-9316-B096-1A3EE43C69A7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4FC152B-A143-8B18-9666-9012908D9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8C2C02-6DB5-FB34-3C65-EE465B17CC2C}"/>
              </a:ext>
            </a:extLst>
          </p:cNvPr>
          <p:cNvSpPr txBox="1"/>
          <p:nvPr/>
        </p:nvSpPr>
        <p:spPr>
          <a:xfrm>
            <a:off x="249842" y="385059"/>
            <a:ext cx="4604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Experiment Setup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D530EF-8B30-BDAA-D879-7B21F5E7B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753217"/>
              </p:ext>
            </p:extLst>
          </p:nvPr>
        </p:nvGraphicFramePr>
        <p:xfrm>
          <a:off x="5298205" y="4179641"/>
          <a:ext cx="6656727" cy="2468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31178">
                  <a:extLst>
                    <a:ext uri="{9D8B030D-6E8A-4147-A177-3AD203B41FA5}">
                      <a16:colId xmlns:a16="http://schemas.microsoft.com/office/drawing/2014/main" val="4252720262"/>
                    </a:ext>
                  </a:extLst>
                </a:gridCol>
                <a:gridCol w="2428011">
                  <a:extLst>
                    <a:ext uri="{9D8B030D-6E8A-4147-A177-3AD203B41FA5}">
                      <a16:colId xmlns:a16="http://schemas.microsoft.com/office/drawing/2014/main" val="1173335419"/>
                    </a:ext>
                  </a:extLst>
                </a:gridCol>
                <a:gridCol w="1297538">
                  <a:extLst>
                    <a:ext uri="{9D8B030D-6E8A-4147-A177-3AD203B41FA5}">
                      <a16:colId xmlns:a16="http://schemas.microsoft.com/office/drawing/2014/main" val="298740414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l"/>
                      <a:r>
                        <a:rPr lang="it-IT" sz="16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Attack Step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Required</a:t>
                      </a:r>
                      <a:r>
                        <a:rPr lang="it-IT" sz="16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Skill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Threshold</a:t>
                      </a:r>
                      <a:endParaRPr lang="it-IT" sz="16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marL="108000" marR="108000"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56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217912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AS1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Send V2X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Malicious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Messages</a:t>
                      </a:r>
                      <a:endParaRPr lang="it-IT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S1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V2XPacketCraftingSkill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8955778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AS2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Inject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Malicious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CAN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Messages</a:t>
                      </a:r>
                      <a:endParaRPr lang="it-IT" sz="140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rgbClr val="C0000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S2</a:t>
                      </a:r>
                      <a:r>
                        <a:rPr lang="it-IT" sz="1400">
                          <a:solidFill>
                            <a:srgbClr val="C0000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rgbClr val="C0000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SpoofingSkill</a:t>
                      </a:r>
                      <a:endParaRPr lang="it-IT" sz="1400">
                        <a:solidFill>
                          <a:srgbClr val="C00000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rgbClr val="C0000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350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2008350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AS3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Reflash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Gateway Chip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rgbClr val="0070C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S4</a:t>
                      </a:r>
                      <a:r>
                        <a:rPr lang="it-IT" sz="1400">
                          <a:solidFill>
                            <a:srgbClr val="0070C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rgbClr val="0070C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ChipFlashingSkill</a:t>
                      </a:r>
                      <a:endParaRPr lang="it-IT" sz="1400">
                        <a:solidFill>
                          <a:srgbClr val="0070C0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rgbClr val="0070C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700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6849658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AS4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Impersonate OEM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rgbClr val="C0000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S2</a:t>
                      </a:r>
                      <a:r>
                        <a:rPr lang="it-IT" sz="1400">
                          <a:solidFill>
                            <a:srgbClr val="C0000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- </a:t>
                      </a:r>
                      <a:r>
                        <a:rPr lang="it-IT" sz="1400" err="1">
                          <a:solidFill>
                            <a:srgbClr val="C0000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SpoofingSkill</a:t>
                      </a:r>
                      <a:endParaRPr lang="it-IT" sz="1400">
                        <a:solidFill>
                          <a:srgbClr val="C00000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rgbClr val="C00000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518299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AS5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Inject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Tampered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Binary</a:t>
                      </a:r>
                      <a:endParaRPr lang="it-IT" sz="140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S3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InjectionSkill</a:t>
                      </a: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9813004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AS6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Extract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Data via CAN Bus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S5</a:t>
                      </a:r>
                      <a:r>
                        <a:rPr lang="it-IT" sz="1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DataExtractionSkill</a:t>
                      </a:r>
                      <a:r>
                        <a:rPr lang="it-IT" sz="1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250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368953"/>
                  </a:ext>
                </a:extLst>
              </a:tr>
              <a:tr h="287258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AS7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Extract</a:t>
                      </a:r>
                      <a:r>
                        <a:rPr lang="it-IT" sz="14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Data </a:t>
                      </a:r>
                      <a:r>
                        <a:rPr lang="it-IT" sz="14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Remotely</a:t>
                      </a:r>
                      <a:endParaRPr lang="it-IT" sz="140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S5</a:t>
                      </a:r>
                      <a:r>
                        <a:rPr lang="it-IT" sz="1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DataExtractionSkill</a:t>
                      </a:r>
                      <a:r>
                        <a:rPr lang="it-IT" sz="1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32580298"/>
                  </a:ext>
                </a:extLst>
              </a:tr>
            </a:tbl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38FEDB4B-6043-237E-6492-865E455FC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00" y="1293661"/>
            <a:ext cx="6656727" cy="4712474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4853947-C939-A75E-9E4D-F6BF53385082}"/>
              </a:ext>
            </a:extLst>
          </p:cNvPr>
          <p:cNvSpPr/>
          <p:nvPr/>
        </p:nvSpPr>
        <p:spPr>
          <a:xfrm>
            <a:off x="2828314" y="4196575"/>
            <a:ext cx="1074554" cy="790292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D2386D9-0596-DE85-DBEB-42AE4035B052}"/>
              </a:ext>
            </a:extLst>
          </p:cNvPr>
          <p:cNvSpPr/>
          <p:nvPr/>
        </p:nvSpPr>
        <p:spPr>
          <a:xfrm>
            <a:off x="2628766" y="1577877"/>
            <a:ext cx="1074554" cy="79029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54E79EE-E0D2-F5EF-C3DB-9116F50AFE13}"/>
              </a:ext>
            </a:extLst>
          </p:cNvPr>
          <p:cNvSpPr/>
          <p:nvPr/>
        </p:nvSpPr>
        <p:spPr>
          <a:xfrm>
            <a:off x="2339276" y="2537107"/>
            <a:ext cx="1074554" cy="79029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533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F1C0F-48E2-6E8F-36E8-A39B0520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7CF946-6A9F-F99D-DA80-589597738810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30EBCA4-D712-5160-AFE2-94BA650CBF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AA1B79-EB2E-3286-2A1C-853E64FDCA66}"/>
              </a:ext>
            </a:extLst>
          </p:cNvPr>
          <p:cNvSpPr txBox="1"/>
          <p:nvPr/>
        </p:nvSpPr>
        <p:spPr>
          <a:xfrm>
            <a:off x="249842" y="385059"/>
            <a:ext cx="4604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Experiment Setup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524A5-A26C-5F76-28BA-9424D337E596}"/>
              </a:ext>
            </a:extLst>
          </p:cNvPr>
          <p:cNvSpPr txBox="1"/>
          <p:nvPr/>
        </p:nvSpPr>
        <p:spPr>
          <a:xfrm>
            <a:off x="992205" y="1553151"/>
            <a:ext cx="10207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000" u="sng">
                <a:solidFill>
                  <a:srgbClr val="456990"/>
                </a:solidFill>
                <a:latin typeface="Baskerville Old Face" panose="02020602080505020303" pitchFamily="18" charset="0"/>
              </a:rPr>
              <a:t>EXECUTION PARAMETERS AND PROBABILITIES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58908C2-6C94-7A87-6677-88A96C7D4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4180"/>
              </p:ext>
            </p:extLst>
          </p:nvPr>
        </p:nvGraphicFramePr>
        <p:xfrm>
          <a:off x="1198285" y="2405634"/>
          <a:ext cx="9795430" cy="39733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55864">
                  <a:extLst>
                    <a:ext uri="{9D8B030D-6E8A-4147-A177-3AD203B41FA5}">
                      <a16:colId xmlns:a16="http://schemas.microsoft.com/office/drawing/2014/main" val="4252720262"/>
                    </a:ext>
                  </a:extLst>
                </a:gridCol>
                <a:gridCol w="1056717">
                  <a:extLst>
                    <a:ext uri="{9D8B030D-6E8A-4147-A177-3AD203B41FA5}">
                      <a16:colId xmlns:a16="http://schemas.microsoft.com/office/drawing/2014/main" val="1173335419"/>
                    </a:ext>
                  </a:extLst>
                </a:gridCol>
                <a:gridCol w="1056717">
                  <a:extLst>
                    <a:ext uri="{9D8B030D-6E8A-4147-A177-3AD203B41FA5}">
                      <a16:colId xmlns:a16="http://schemas.microsoft.com/office/drawing/2014/main" val="2384412941"/>
                    </a:ext>
                  </a:extLst>
                </a:gridCol>
                <a:gridCol w="1056717">
                  <a:extLst>
                    <a:ext uri="{9D8B030D-6E8A-4147-A177-3AD203B41FA5}">
                      <a16:colId xmlns:a16="http://schemas.microsoft.com/office/drawing/2014/main" val="68097734"/>
                    </a:ext>
                  </a:extLst>
                </a:gridCol>
                <a:gridCol w="1055981">
                  <a:extLst>
                    <a:ext uri="{9D8B030D-6E8A-4147-A177-3AD203B41FA5}">
                      <a16:colId xmlns:a16="http://schemas.microsoft.com/office/drawing/2014/main" val="1620357879"/>
                    </a:ext>
                  </a:extLst>
                </a:gridCol>
                <a:gridCol w="1056717">
                  <a:extLst>
                    <a:ext uri="{9D8B030D-6E8A-4147-A177-3AD203B41FA5}">
                      <a16:colId xmlns:a16="http://schemas.microsoft.com/office/drawing/2014/main" val="2987404142"/>
                    </a:ext>
                  </a:extLst>
                </a:gridCol>
                <a:gridCol w="1056717">
                  <a:extLst>
                    <a:ext uri="{9D8B030D-6E8A-4147-A177-3AD203B41FA5}">
                      <a16:colId xmlns:a16="http://schemas.microsoft.com/office/drawing/2014/main" val="2823289694"/>
                    </a:ext>
                  </a:extLst>
                </a:gridCol>
              </a:tblGrid>
              <a:tr h="428503">
                <a:tc>
                  <a:txBody>
                    <a:bodyPr/>
                    <a:lstStyle/>
                    <a:p>
                      <a:pPr algn="l"/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Attack Step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Cost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Time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99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8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Outcome</a:t>
                      </a:r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8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Prob</a:t>
                      </a:r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9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8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Detection</a:t>
                      </a:r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8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Prob</a:t>
                      </a:r>
                      <a:r>
                        <a:rPr lang="it-IT" sz="18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.</a:t>
                      </a:r>
                    </a:p>
                  </a:txBody>
                  <a:tcPr marL="108000" marR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9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217912"/>
                  </a:ext>
                </a:extLst>
              </a:tr>
              <a:tr h="428503">
                <a:tc>
                  <a:txBody>
                    <a:bodyPr/>
                    <a:lstStyle/>
                    <a:p>
                      <a:pPr algn="l"/>
                      <a:endParaRPr lang="it-IT" sz="18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8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8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1">
                          <a:solidFill>
                            <a:schemeClr val="bg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Success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1" err="1">
                          <a:solidFill>
                            <a:schemeClr val="bg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Failure</a:t>
                      </a:r>
                      <a:endParaRPr lang="it-IT" sz="1800" b="1">
                        <a:solidFill>
                          <a:schemeClr val="bg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1">
                          <a:solidFill>
                            <a:schemeClr val="bg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Success</a:t>
                      </a:r>
                    </a:p>
                  </a:txBody>
                  <a:tcPr marL="108000" marR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1" err="1">
                          <a:solidFill>
                            <a:schemeClr val="bg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Failure</a:t>
                      </a:r>
                      <a:endParaRPr lang="it-IT" sz="1800" b="1">
                        <a:solidFill>
                          <a:schemeClr val="bg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marL="108000" marR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56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531119"/>
                  </a:ext>
                </a:extLst>
              </a:tr>
              <a:tr h="389548">
                <a:tc>
                  <a:txBody>
                    <a:bodyPr/>
                    <a:lstStyle/>
                    <a:p>
                      <a:pPr algn="l"/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AS1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Send V2X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Malicious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Messages</a:t>
                      </a:r>
                      <a:endParaRPr lang="it-IT" sz="160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8955778"/>
                  </a:ext>
                </a:extLst>
              </a:tr>
              <a:tr h="389548">
                <a:tc>
                  <a:txBody>
                    <a:bodyPr/>
                    <a:lstStyle/>
                    <a:p>
                      <a:pPr algn="l"/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AS2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Inject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Malicious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CAN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Messages</a:t>
                      </a:r>
                      <a:endParaRPr lang="it-IT" sz="160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2008350"/>
                  </a:ext>
                </a:extLst>
              </a:tr>
              <a:tr h="389548">
                <a:tc>
                  <a:txBody>
                    <a:bodyPr/>
                    <a:lstStyle/>
                    <a:p>
                      <a:pPr algn="l"/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AS3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Reflash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Gateway Chip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0.70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6849658"/>
                  </a:ext>
                </a:extLst>
              </a:tr>
              <a:tr h="389548">
                <a:tc>
                  <a:txBody>
                    <a:bodyPr/>
                    <a:lstStyle/>
                    <a:p>
                      <a:pPr algn="l"/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AS3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Reflash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Gateway Chip - </a:t>
                      </a:r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EXP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83824448"/>
                  </a:ext>
                </a:extLst>
              </a:tr>
              <a:tr h="389548">
                <a:tc>
                  <a:txBody>
                    <a:bodyPr/>
                    <a:lstStyle/>
                    <a:p>
                      <a:pPr algn="l"/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AS4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Impersonate OEM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0.70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518299"/>
                  </a:ext>
                </a:extLst>
              </a:tr>
              <a:tr h="389548">
                <a:tc>
                  <a:txBody>
                    <a:bodyPr/>
                    <a:lstStyle/>
                    <a:p>
                      <a:pPr algn="l"/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AS5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Inject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Tampered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Binary</a:t>
                      </a:r>
                      <a:endParaRPr lang="it-IT" sz="160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9813004"/>
                  </a:ext>
                </a:extLst>
              </a:tr>
              <a:tr h="389548">
                <a:tc>
                  <a:txBody>
                    <a:bodyPr/>
                    <a:lstStyle/>
                    <a:p>
                      <a:pPr algn="l"/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AS6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Extract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Data via CAN Bus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368953"/>
                  </a:ext>
                </a:extLst>
              </a:tr>
              <a:tr h="389548">
                <a:tc>
                  <a:txBody>
                    <a:bodyPr/>
                    <a:lstStyle/>
                    <a:p>
                      <a:pPr algn="l"/>
                      <a:r>
                        <a:rPr lang="it-IT" sz="16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AS7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Extract</a:t>
                      </a: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Data </a:t>
                      </a:r>
                      <a:r>
                        <a:rPr lang="it-IT" sz="160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Remotely</a:t>
                      </a:r>
                      <a:endParaRPr lang="it-IT" sz="160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3258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720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FBE27-2730-A115-4D45-E5B6410E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4EF89D-1CCF-95A9-2FFD-EDAEBFE79963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9240C6-2E24-EB83-3803-1120362BF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575EFD-EC1A-AE3E-7CD9-906B232BC9B4}"/>
              </a:ext>
            </a:extLst>
          </p:cNvPr>
          <p:cNvSpPr txBox="1"/>
          <p:nvPr/>
        </p:nvSpPr>
        <p:spPr>
          <a:xfrm>
            <a:off x="249842" y="385059"/>
            <a:ext cx="4604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Experiment Setup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320535D-CEB5-689E-C253-87A4CB45F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826907"/>
              </p:ext>
            </p:extLst>
          </p:nvPr>
        </p:nvGraphicFramePr>
        <p:xfrm>
          <a:off x="358501" y="2136747"/>
          <a:ext cx="5782127" cy="407447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12901">
                  <a:extLst>
                    <a:ext uri="{9D8B030D-6E8A-4147-A177-3AD203B41FA5}">
                      <a16:colId xmlns:a16="http://schemas.microsoft.com/office/drawing/2014/main" val="4252720262"/>
                    </a:ext>
                  </a:extLst>
                </a:gridCol>
                <a:gridCol w="3341870">
                  <a:extLst>
                    <a:ext uri="{9D8B030D-6E8A-4147-A177-3AD203B41FA5}">
                      <a16:colId xmlns:a16="http://schemas.microsoft.com/office/drawing/2014/main" val="1173335419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87404142"/>
                    </a:ext>
                  </a:extLst>
                </a:gridCol>
              </a:tblGrid>
              <a:tr h="403777">
                <a:tc>
                  <a:txBody>
                    <a:bodyPr/>
                    <a:lstStyle/>
                    <a:p>
                      <a:pPr algn="ctr"/>
                      <a:r>
                        <a:rPr lang="it-IT" sz="16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Type</a:t>
                      </a:r>
                      <a:endParaRPr lang="it-IT" sz="16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Global </a:t>
                      </a:r>
                      <a:r>
                        <a:rPr lang="it-IT" sz="16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Variable</a:t>
                      </a:r>
                      <a:endParaRPr lang="it-IT" sz="16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Value</a:t>
                      </a:r>
                    </a:p>
                  </a:txBody>
                  <a:tcPr marL="108000" marR="108000"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56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217912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bool</a:t>
                      </a:r>
                      <a:endParaRPr lang="it-IT" sz="14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A1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hasProximityAccess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1]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8955778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bool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A3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hasRemoteNetworkAccess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1]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2008350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bool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K1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hasV2XProtocolKnowledge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1]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6849658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bool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K2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hasCarModelKnowledge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1]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9518299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bool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K3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hasMessageFormatKnowledge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1]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9813004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short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S1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v2XPacketCraftingSkillLevel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1000]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368953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short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S2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spoofingSkillLevel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400, 1000]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32580298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short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S3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injectionSkillLevel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1000]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09391577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short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S4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chipFlashingSkillLevel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750, 1000]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6205646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short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S5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– </a:t>
                      </a:r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dataExtractionSkillLevel</a:t>
                      </a:r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[0, 275, 1000]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2909309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D5338E-4D41-ED7B-DFD2-F890B9699858}"/>
              </a:ext>
            </a:extLst>
          </p:cNvPr>
          <p:cNvSpPr txBox="1"/>
          <p:nvPr/>
        </p:nvSpPr>
        <p:spPr>
          <a:xfrm>
            <a:off x="957861" y="1536229"/>
            <a:ext cx="45834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600" u="sng">
                <a:solidFill>
                  <a:srgbClr val="456990"/>
                </a:solidFill>
                <a:latin typeface="Baskerville Old Face" panose="02020602080505020303" pitchFamily="18" charset="0"/>
              </a:rPr>
              <a:t>GLOBAL VARIABLES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971BA2-0048-C5F3-47F4-62F70A1BC3DB}"/>
              </a:ext>
            </a:extLst>
          </p:cNvPr>
          <p:cNvSpPr txBox="1"/>
          <p:nvPr/>
        </p:nvSpPr>
        <p:spPr>
          <a:xfrm>
            <a:off x="7084433" y="1536229"/>
            <a:ext cx="45834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600" u="sng">
                <a:solidFill>
                  <a:srgbClr val="456990"/>
                </a:solidFill>
                <a:latin typeface="Baskerville Old Face" panose="02020602080505020303" pitchFamily="18" charset="0"/>
              </a:rPr>
              <a:t>ADVERSARY PROFILES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F75FE8A-23B6-AEB0-8B31-F76C6CBF5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879673"/>
              </p:ext>
            </p:extLst>
          </p:nvPr>
        </p:nvGraphicFramePr>
        <p:xfrm>
          <a:off x="7084432" y="3796178"/>
          <a:ext cx="4615675" cy="168033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18104">
                  <a:extLst>
                    <a:ext uri="{9D8B030D-6E8A-4147-A177-3AD203B41FA5}">
                      <a16:colId xmlns:a16="http://schemas.microsoft.com/office/drawing/2014/main" val="4252720262"/>
                    </a:ext>
                  </a:extLst>
                </a:gridCol>
                <a:gridCol w="1166400">
                  <a:extLst>
                    <a:ext uri="{9D8B030D-6E8A-4147-A177-3AD203B41FA5}">
                      <a16:colId xmlns:a16="http://schemas.microsoft.com/office/drawing/2014/main" val="1173335419"/>
                    </a:ext>
                  </a:extLst>
                </a:gridCol>
                <a:gridCol w="1166400">
                  <a:extLst>
                    <a:ext uri="{9D8B030D-6E8A-4147-A177-3AD203B41FA5}">
                      <a16:colId xmlns:a16="http://schemas.microsoft.com/office/drawing/2014/main" val="2987404142"/>
                    </a:ext>
                  </a:extLst>
                </a:gridCol>
                <a:gridCol w="1164771">
                  <a:extLst>
                    <a:ext uri="{9D8B030D-6E8A-4147-A177-3AD203B41FA5}">
                      <a16:colId xmlns:a16="http://schemas.microsoft.com/office/drawing/2014/main" val="850390566"/>
                    </a:ext>
                  </a:extLst>
                </a:gridCol>
              </a:tblGrid>
              <a:tr h="403777">
                <a:tc>
                  <a:txBody>
                    <a:bodyPr/>
                    <a:lstStyle/>
                    <a:p>
                      <a:pPr algn="ctr"/>
                      <a:r>
                        <a:rPr lang="it-IT" sz="16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Mindset</a:t>
                      </a:r>
                      <a:endParaRPr lang="it-IT" sz="1600"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Cost Weight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err="1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Detection</a:t>
                      </a:r>
                      <a:r>
                        <a:rPr lang="it-IT" sz="16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 Weight</a:t>
                      </a:r>
                    </a:p>
                  </a:txBody>
                  <a:tcPr marL="108000" marR="108000"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569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Payoff Weight</a:t>
                      </a:r>
                    </a:p>
                  </a:txBody>
                  <a:tcPr marL="108000" marR="108000"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569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217912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Economic</a:t>
                      </a:r>
                      <a:endParaRPr lang="it-IT" sz="14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8955778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Stealthy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2008350"/>
                  </a:ext>
                </a:extLst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lang="it-IT" sz="1400" b="0" err="1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Stubborn</a:t>
                      </a:r>
                      <a:endParaRPr lang="it-IT" sz="1400" b="0">
                        <a:solidFill>
                          <a:schemeClr val="tx1"/>
                        </a:solidFill>
                        <a:latin typeface="Baskerville Old Face" panose="02020602080505020303" pitchFamily="18" charset="0"/>
                        <a:cs typeface="Centaur Now Text" panose="020F05020202040302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>
                          <a:solidFill>
                            <a:schemeClr val="tx1"/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Baskerville Old Face" panose="02020602080505020303" pitchFamily="18" charset="0"/>
                          <a:cs typeface="Centaur Now Text" panose="020F0502020204030204" pitchFamily="2" charset="0"/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9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0684965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43A8EB56-1277-D234-207C-4BB8AD8A6AA3}"/>
              </a:ext>
            </a:extLst>
          </p:cNvPr>
          <p:cNvSpPr txBox="1"/>
          <p:nvPr/>
        </p:nvSpPr>
        <p:spPr>
          <a:xfrm>
            <a:off x="7505940" y="2020706"/>
            <a:ext cx="28279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>
                <a:solidFill>
                  <a:srgbClr val="456990"/>
                </a:solidFill>
                <a:latin typeface="Baskerville Old Face" panose="02020602080505020303" pitchFamily="18" charset="0"/>
              </a:rPr>
              <a:t>Remote </a:t>
            </a:r>
            <a:r>
              <a:rPr lang="it-IT" sz="2000" err="1">
                <a:solidFill>
                  <a:srgbClr val="456990"/>
                </a:solidFill>
                <a:latin typeface="Baskerville Old Face" panose="02020602080505020303" pitchFamily="18" charset="0"/>
              </a:rPr>
              <a:t>Adversary</a:t>
            </a:r>
            <a:endParaRPr lang="it-IT" sz="2000">
              <a:solidFill>
                <a:srgbClr val="456990"/>
              </a:solidFill>
              <a:latin typeface="Baskerville Old Face" panose="020206020805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err="1">
                <a:solidFill>
                  <a:srgbClr val="456990"/>
                </a:solidFill>
                <a:latin typeface="Baskerville Old Face" panose="02020602080505020303" pitchFamily="18" charset="0"/>
              </a:rPr>
              <a:t>Proximity</a:t>
            </a:r>
            <a:r>
              <a:rPr lang="it-IT" sz="2000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err="1">
                <a:solidFill>
                  <a:srgbClr val="456990"/>
                </a:solidFill>
                <a:latin typeface="Baskerville Old Face" panose="02020602080505020303" pitchFamily="18" charset="0"/>
              </a:rPr>
              <a:t>Adversary</a:t>
            </a:r>
            <a:endParaRPr lang="it-IT" sz="2000">
              <a:solidFill>
                <a:srgbClr val="456990"/>
              </a:solidFill>
              <a:latin typeface="Baskerville Old Face" panose="020206020805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err="1">
                <a:solidFill>
                  <a:srgbClr val="456990"/>
                </a:solidFill>
                <a:latin typeface="Baskerville Old Face" panose="02020602080505020303" pitchFamily="18" charset="0"/>
              </a:rPr>
              <a:t>Hybrid</a:t>
            </a:r>
            <a:r>
              <a:rPr lang="it-IT" sz="2000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err="1">
                <a:solidFill>
                  <a:srgbClr val="456990"/>
                </a:solidFill>
                <a:latin typeface="Baskerville Old Face" panose="02020602080505020303" pitchFamily="18" charset="0"/>
              </a:rPr>
              <a:t>Adversary</a:t>
            </a:r>
            <a:endParaRPr lang="it-IT" sz="2000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52774D-7DBE-A61A-9845-7704232B87E5}"/>
              </a:ext>
            </a:extLst>
          </p:cNvPr>
          <p:cNvSpPr txBox="1"/>
          <p:nvPr/>
        </p:nvSpPr>
        <p:spPr>
          <a:xfrm>
            <a:off x="6409874" y="5765055"/>
            <a:ext cx="57821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The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total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number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of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experiments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for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each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configuration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is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b="1" i="1">
                <a:solidFill>
                  <a:srgbClr val="456990"/>
                </a:solidFill>
                <a:latin typeface="Baskerville Old Face" panose="02020602080505020303" pitchFamily="18" charset="0"/>
              </a:rPr>
              <a:t>3456.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Only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b="1" i="1">
                <a:solidFill>
                  <a:srgbClr val="456990"/>
                </a:solidFill>
                <a:latin typeface="Baskerville Old Face" panose="02020602080505020303" pitchFamily="18" charset="0"/>
              </a:rPr>
              <a:t>7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of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them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were</a:t>
            </a:r>
            <a:r>
              <a:rPr lang="it-IT" sz="2000" i="1">
                <a:solidFill>
                  <a:srgbClr val="456990"/>
                </a:solidFill>
                <a:latin typeface="Baskerville Old Face" panose="02020602080505020303" pitchFamily="18" charset="0"/>
              </a:rPr>
              <a:t> </a:t>
            </a:r>
            <a:r>
              <a:rPr lang="it-IT" sz="2000" i="1" err="1">
                <a:solidFill>
                  <a:srgbClr val="456990"/>
                </a:solidFill>
                <a:latin typeface="Baskerville Old Face" panose="02020602080505020303" pitchFamily="18" charset="0"/>
              </a:rPr>
              <a:t>analyzed</a:t>
            </a:r>
            <a:endParaRPr lang="it-IT" sz="2000" i="1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2398D3-BFA3-AE9B-424F-6744959C5566}"/>
              </a:ext>
            </a:extLst>
          </p:cNvPr>
          <p:cNvSpPr txBox="1"/>
          <p:nvPr/>
        </p:nvSpPr>
        <p:spPr>
          <a:xfrm>
            <a:off x="7084432" y="3247053"/>
            <a:ext cx="45834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600" u="sng">
                <a:solidFill>
                  <a:srgbClr val="456990"/>
                </a:solidFill>
                <a:latin typeface="Baskerville Old Face" panose="02020602080505020303" pitchFamily="18" charset="0"/>
              </a:rPr>
              <a:t>ADVERSARY WEIGHTS</a:t>
            </a:r>
          </a:p>
        </p:txBody>
      </p:sp>
    </p:spTree>
    <p:extLst>
      <p:ext uri="{BB962C8B-B14F-4D97-AF65-F5344CB8AC3E}">
        <p14:creationId xmlns:p14="http://schemas.microsoft.com/office/powerpoint/2010/main" val="2992381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1753D-A74F-0372-52B7-E071D19F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6B7596-5185-F6A9-620E-3C26148D643D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F2E037-CFAD-8A9C-DE92-FCBBF51B5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123754-8E67-46E5-ECEC-F9EB6EA5AAA1}"/>
              </a:ext>
            </a:extLst>
          </p:cNvPr>
          <p:cNvSpPr txBox="1"/>
          <p:nvPr/>
        </p:nvSpPr>
        <p:spPr>
          <a:xfrm>
            <a:off x="249842" y="385059"/>
            <a:ext cx="4604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Experiment Setup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AF643-9213-702D-307A-17AD29ECAA0F}"/>
              </a:ext>
            </a:extLst>
          </p:cNvPr>
          <p:cNvSpPr txBox="1"/>
          <p:nvPr/>
        </p:nvSpPr>
        <p:spPr>
          <a:xfrm>
            <a:off x="473367" y="1458621"/>
            <a:ext cx="500559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200">
                <a:solidFill>
                  <a:srgbClr val="456990"/>
                </a:solidFill>
                <a:latin typeface="Baskerville Old Face"/>
              </a:rPr>
              <a:t>Type I</a:t>
            </a:r>
          </a:p>
          <a:p>
            <a:pPr algn="ctr"/>
            <a:r>
              <a:rPr lang="it-IT" sz="2200">
                <a:solidFill>
                  <a:srgbClr val="456990"/>
                </a:solidFill>
                <a:latin typeface="Baskerville Old Face"/>
              </a:rPr>
              <a:t>Remote 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Adversary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Only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(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Exp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3419, 3420)</a:t>
            </a:r>
            <a:endParaRPr lang="it-IT" sz="2200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3726E-C83B-450E-F453-F002D950BBA8}"/>
              </a:ext>
            </a:extLst>
          </p:cNvPr>
          <p:cNvSpPr txBox="1"/>
          <p:nvPr/>
        </p:nvSpPr>
        <p:spPr>
          <a:xfrm>
            <a:off x="6836523" y="1458621"/>
            <a:ext cx="475845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200">
                <a:solidFill>
                  <a:srgbClr val="456990"/>
                </a:solidFill>
                <a:latin typeface="Baskerville Old Face"/>
              </a:rPr>
              <a:t>Type II</a:t>
            </a:r>
          </a:p>
          <a:p>
            <a:pPr algn="ctr"/>
            <a:r>
              <a:rPr lang="it-IT" sz="2200">
                <a:solidFill>
                  <a:srgbClr val="456990"/>
                </a:solidFill>
                <a:latin typeface="Baskerville Old Face"/>
              </a:rPr>
              <a:t>Lack of 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extraction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skill (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Exp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3452, 3453)</a:t>
            </a:r>
            <a:endParaRPr lang="it-IT" sz="2200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860FD7F-B819-C138-DADD-0BF57F0AC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800" y="2365311"/>
            <a:ext cx="5256000" cy="410763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416B7A1-8714-F79C-7C71-5BF49A1D50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8201" y="2365311"/>
            <a:ext cx="5256000" cy="410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93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A03B3-456F-40DC-0661-DE026FDD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E91291-80D6-1381-E815-F64815014CDE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E31B41E-8FB8-2FD6-5964-FFD2DF6C39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B86B29-F8F7-FE0C-7B19-35658E6DFB56}"/>
              </a:ext>
            </a:extLst>
          </p:cNvPr>
          <p:cNvSpPr txBox="1"/>
          <p:nvPr/>
        </p:nvSpPr>
        <p:spPr>
          <a:xfrm>
            <a:off x="249842" y="385059"/>
            <a:ext cx="4604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Experiment Setup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6E398E-B462-3356-8408-0A6C90571BCE}"/>
              </a:ext>
            </a:extLst>
          </p:cNvPr>
          <p:cNvSpPr txBox="1"/>
          <p:nvPr/>
        </p:nvSpPr>
        <p:spPr>
          <a:xfrm>
            <a:off x="684099" y="1458622"/>
            <a:ext cx="458340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200">
                <a:solidFill>
                  <a:srgbClr val="456990"/>
                </a:solidFill>
                <a:latin typeface="Baskerville Old Face"/>
              </a:rPr>
              <a:t>Type III</a:t>
            </a:r>
          </a:p>
          <a:p>
            <a:pPr algn="ctr"/>
            <a:r>
              <a:rPr lang="it-IT" sz="2200">
                <a:solidFill>
                  <a:srgbClr val="456990"/>
                </a:solidFill>
                <a:latin typeface="Baskerville Old Face"/>
              </a:rPr>
              <a:t>Lack of chip flashing skill (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Exp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3454)</a:t>
            </a:r>
            <a:endParaRPr lang="it-IT" sz="2200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3BD7F1-9CD0-7C24-D400-108AE7648584}"/>
              </a:ext>
            </a:extLst>
          </p:cNvPr>
          <p:cNvSpPr txBox="1"/>
          <p:nvPr/>
        </p:nvSpPr>
        <p:spPr>
          <a:xfrm>
            <a:off x="6934120" y="1458622"/>
            <a:ext cx="458340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200">
                <a:solidFill>
                  <a:srgbClr val="456990"/>
                </a:solidFill>
                <a:latin typeface="Baskerville Old Face"/>
              </a:rPr>
              <a:t>Type IV</a:t>
            </a:r>
          </a:p>
          <a:p>
            <a:pPr algn="ctr"/>
            <a:r>
              <a:rPr lang="it-IT" sz="2200">
                <a:solidFill>
                  <a:srgbClr val="456990"/>
                </a:solidFill>
                <a:latin typeface="Baskerville Old Face"/>
              </a:rPr>
              <a:t>All 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paths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available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(</a:t>
            </a:r>
            <a:r>
              <a:rPr lang="it-IT" sz="2200" err="1">
                <a:solidFill>
                  <a:srgbClr val="456990"/>
                </a:solidFill>
                <a:latin typeface="Baskerville Old Face"/>
              </a:rPr>
              <a:t>Exp</a:t>
            </a:r>
            <a:r>
              <a:rPr lang="it-IT" sz="2200">
                <a:solidFill>
                  <a:srgbClr val="456990"/>
                </a:solidFill>
                <a:latin typeface="Baskerville Old Face"/>
              </a:rPr>
              <a:t> 3455, 3456)</a:t>
            </a:r>
            <a:endParaRPr lang="it-IT" sz="2200">
              <a:solidFill>
                <a:srgbClr val="456990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4974AF2-FE9D-1ED1-94EE-1965C2DF20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800" y="2365311"/>
            <a:ext cx="5256000" cy="410763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4307A205-6656-6725-1414-236F7E852C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8200" y="2365311"/>
            <a:ext cx="5256000" cy="410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6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B9D6B-798B-9749-B51D-6236EFC3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428DBD-3C2E-D82B-A39F-D7E0AD42CA10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9509492-7AF5-6A81-8DB7-E87192DA7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2F29C8-89CF-DC37-5ECD-CDFE072E9D27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8666F7-18F8-7A81-E949-94BB94D344B1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>
                <a:solidFill>
                  <a:srgbClr val="456990"/>
                </a:solidFill>
              </a:rPr>
              <a:t>Payoff-Based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D9ECDD-0BA4-59E9-EBDE-5BC44AF1D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667102"/>
              </p:ext>
            </p:extLst>
          </p:nvPr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	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0.8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91E9473-4A1C-C956-1693-3EE0E13BE8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2587151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420429544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36293624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91E9473-4A1C-C956-1693-3EE0E13BE8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2587151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420429544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36293624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6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648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09836" r="-39163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13333" r="-39163" b="-5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08197" r="-3916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15000" r="-39163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15000" r="-39163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04918" r="-39163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716667" r="-39163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Graphic 14">
            <a:extLst>
              <a:ext uri="{FF2B5EF4-FFF2-40B4-BE49-F238E27FC236}">
                <a16:creationId xmlns:a16="http://schemas.microsoft.com/office/drawing/2014/main" id="{1A4FF264-BA8E-4BD2-AADC-AA617F5D22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F9B3617-26E8-291F-A83C-6C1DF8850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42FD0011-A439-13A6-CA6A-C43C6ECF5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2387" y="2423422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1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1C9A9-532C-CB8F-4D5B-14782693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F54948-5A90-D5CE-F38A-C018794B1103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1706371-7D61-968D-29F9-ADD3A3E3A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23BABF-88C7-D763-A20A-DFA4F3E0067D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7D0994-5865-4282-81E7-7EE6DF3922F7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>
                <a:solidFill>
                  <a:srgbClr val="456990"/>
                </a:solidFill>
              </a:rPr>
              <a:t>Payoff-Based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F58B04-F89E-F2B1-8F33-E0BBCE5EBF55}"/>
              </a:ext>
            </a:extLst>
          </p:cNvPr>
          <p:cNvGraphicFramePr>
            <a:graphicFrameLocks noGrp="1"/>
          </p:cNvGraphicFramePr>
          <p:nvPr/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	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0.8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6C9790C-8B09-1125-8A39-12CB4513A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5022839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420429544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36293624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6C9790C-8B09-1125-8A39-12CB4513A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5022839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420429544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36293624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6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648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09836" r="-39163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13333" r="-39163" b="-5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08197" r="-3916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15000" r="-39163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15000" r="-39163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04918" r="-39163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716667" r="-39163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Graphic 10">
            <a:extLst>
              <a:ext uri="{FF2B5EF4-FFF2-40B4-BE49-F238E27FC236}">
                <a16:creationId xmlns:a16="http://schemas.microsoft.com/office/drawing/2014/main" id="{F3D8B85C-7086-7DC3-65AA-2E046D55B8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CDF5F29-4085-90C7-9C25-D72A4F0A3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820AA-97A8-AED6-9427-BC79EAA42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87E454-7B35-69D7-2855-37B78D86F8D9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DCCC302-B212-A298-C665-E5B4B13BA7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2371E3-1D08-DDAE-701D-68B16E07BF00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C20A9-37EC-EAB1-594E-5787FEDDB3A6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>
                <a:solidFill>
                  <a:srgbClr val="456990"/>
                </a:solidFill>
              </a:rPr>
              <a:t>Payoff-Based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075FFD-620E-23BB-5F92-8017052F5CE7}"/>
              </a:ext>
            </a:extLst>
          </p:cNvPr>
          <p:cNvGraphicFramePr>
            <a:graphicFrameLocks noGrp="1"/>
          </p:cNvGraphicFramePr>
          <p:nvPr/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	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0.8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8E1E4966-1EE1-97FD-0B5E-C715691089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190905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420429544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36293624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8E1E4966-1EE1-97FD-0B5E-C715691089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190905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420429544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36293624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6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648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09836" r="-39163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13333" r="-39163" b="-5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08197" r="-3916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15000" r="-39163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15000" r="-39163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04918" r="-39163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716667" r="-39163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Graphic 11">
            <a:extLst>
              <a:ext uri="{FF2B5EF4-FFF2-40B4-BE49-F238E27FC236}">
                <a16:creationId xmlns:a16="http://schemas.microsoft.com/office/drawing/2014/main" id="{BF9E7F67-0882-8639-09A3-A75E12247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D7CCF2F-AF44-5D2A-DB35-3B0336A63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2387" y="2423425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4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ED64B-EBC9-3DA6-9687-5BE1D60C5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242130-7A4F-2206-6C13-50463088C982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AD8BB88-11E0-6E5F-0806-2A87F093E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11A9EA-80DE-C8D4-1068-30A450021E78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6D50E7-C616-6FC7-1F1B-7274F8697DB6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>
                <a:solidFill>
                  <a:srgbClr val="456990"/>
                </a:solidFill>
              </a:rPr>
              <a:t>Payoff-Based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8871E1-4966-4B1D-0E95-19C6706D02AD}"/>
              </a:ext>
            </a:extLst>
          </p:cNvPr>
          <p:cNvGraphicFramePr>
            <a:graphicFrameLocks noGrp="1"/>
          </p:cNvGraphicFramePr>
          <p:nvPr/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	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0.8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CF48BA3-C6B3-055A-1CE6-4AC01C7E1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2594299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420429544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36293624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CF48BA3-C6B3-055A-1CE6-4AC01C7E1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2594299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420429544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36293624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6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648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09836" r="-39163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13333" r="-39163" b="-5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08197" r="-3916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15000" r="-39163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15000" r="-39163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04918" r="-39163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716667" r="-39163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Graphic 10">
            <a:extLst>
              <a:ext uri="{FF2B5EF4-FFF2-40B4-BE49-F238E27FC236}">
                <a16:creationId xmlns:a16="http://schemas.microsoft.com/office/drawing/2014/main" id="{65EBA1B2-7CC3-5339-4E4C-E51B016446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F0032C3-2A4B-6F03-5AEF-134A388EE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BA14464-FEEF-8303-8EBB-22A13371A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2387" y="2423425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3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09332-426D-7DA3-9B35-5CEF9889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50E9B2-53ED-088F-8FC0-A532F57FE7D0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00422A3-6A49-F441-7E75-82C6B7263A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91A993-E6C6-DE37-4A9B-FAD50BC42C6D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39B96-86F2-0408-E307-C0D38DCF0034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>
                <a:solidFill>
                  <a:srgbClr val="456990"/>
                </a:solidFill>
              </a:rPr>
              <a:t>Cost-Based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9DD442-147C-A1D2-7F19-FF710194D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474652"/>
              </p:ext>
            </p:extLst>
          </p:nvPr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0.4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	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0.5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49DADFD-7E9F-1169-BB6D-02640C039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2517485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16182419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213030132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49DADFD-7E9F-1169-BB6D-02640C039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2517485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16182419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213030132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6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648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09836" r="-39163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13333" r="-39163" b="-5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08197" r="-3916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15000" r="-39163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15000" r="-39163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04918" r="-39163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716667" r="-39163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Graphic 17">
            <a:extLst>
              <a:ext uri="{FF2B5EF4-FFF2-40B4-BE49-F238E27FC236}">
                <a16:creationId xmlns:a16="http://schemas.microsoft.com/office/drawing/2014/main" id="{177F5CF8-50C7-E0F4-0F11-CCC33194B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5291B1D-4349-F3F1-FE1B-D9D7D79B54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0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349B3-262E-6D79-256E-12A451FF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C4D4D5-604B-C4BE-A88F-B754DA212BF3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E3F5C24-FB45-FB22-BB51-FC40B060B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964C55-E79A-1835-18F4-7D5403EFE32D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ABF2E-CC7C-78C9-5B7A-C375B7BC3268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>
                <a:solidFill>
                  <a:srgbClr val="456990"/>
                </a:solidFill>
              </a:rPr>
              <a:t>Cost-Based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698C70-31CE-DD63-26B3-6FA34EBF8386}"/>
              </a:ext>
            </a:extLst>
          </p:cNvPr>
          <p:cNvGraphicFramePr>
            <a:graphicFrameLocks noGrp="1"/>
          </p:cNvGraphicFramePr>
          <p:nvPr/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0.4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	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0.5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0FE3432-DF06-9139-8E54-C99E46AE6D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1555264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16182419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213030132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Binary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0FE3432-DF06-9139-8E54-C99E46AE6D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1555264"/>
                  </p:ext>
                </p:extLst>
              </p:nvPr>
            </p:nvGraphicFramePr>
            <p:xfrm>
              <a:off x="215613" y="2711716"/>
              <a:ext cx="6807600" cy="297326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16182419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213030132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6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648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09836" r="-39163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13333" r="-39163" b="-5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08197" r="-3916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15000" r="-39163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15000" r="-39163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04918" r="-39163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3670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716667" r="-39163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Graphic 13">
            <a:extLst>
              <a:ext uri="{FF2B5EF4-FFF2-40B4-BE49-F238E27FC236}">
                <a16:creationId xmlns:a16="http://schemas.microsoft.com/office/drawing/2014/main" id="{EBA8222F-2644-B450-1240-414B831014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387" y="2423426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13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51FFE-EB63-8482-5ED2-AB559FE3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BF0D49-56DD-3543-F800-41FB417F9876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1D72EA-05C4-435C-2E25-B943176A7D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033DA6-1DED-F0E8-7F16-BE9A86EC05D9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604424-119B-4055-D260-DF51D2EE601B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 err="1">
                <a:solidFill>
                  <a:srgbClr val="456990"/>
                </a:solidFill>
              </a:rPr>
              <a:t>Detection</a:t>
            </a:r>
            <a:r>
              <a:rPr lang="it-IT" sz="2500" b="1" u="sng">
                <a:solidFill>
                  <a:srgbClr val="456990"/>
                </a:solidFill>
              </a:rPr>
              <a:t>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28FA0F-17BC-75AE-21EB-302AEC676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478710"/>
              </p:ext>
            </p:extLst>
          </p:nvPr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0.3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0.6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825B487-CCE9-1C6C-3494-FBE97A4DAF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0165508"/>
                  </p:ext>
                </p:extLst>
              </p:nvPr>
            </p:nvGraphicFramePr>
            <p:xfrm>
              <a:off x="249842" y="2498684"/>
              <a:ext cx="6807600" cy="397425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23558644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6511446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825B487-CCE9-1C6C-3494-FBE97A4DAF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0165508"/>
                  </p:ext>
                </p:extLst>
              </p:nvPr>
            </p:nvGraphicFramePr>
            <p:xfrm>
              <a:off x="249842" y="2498684"/>
              <a:ext cx="6807600" cy="397425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23558644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6511446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9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9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80723" r="-39163" b="-619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76471" r="-39163" b="-5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83133" r="-39163" b="-4168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74118" r="-39163" b="-3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85542" r="-39163" b="-214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85542" r="-39163" b="-114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69412" r="-39163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7594758B-2173-E0EC-B1BE-5E2D117DE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914" y="2671140"/>
            <a:ext cx="4644000" cy="362934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150744D-7F2E-85B6-A865-768170F3A6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914" y="2671140"/>
            <a:ext cx="4644000" cy="362934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1A4EDE7-9894-7BFF-C5F2-7FA7B05CD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1914" y="2671139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1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5D68D-EEDE-3386-2705-1C03C81C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2659A4-B628-2248-5252-8C10C9C65EEF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8E5228-7E12-1AB3-C4D9-712A4352F9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8F0181-9FA9-3319-C81E-2D4ACE5E8C4D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528A0-096E-A981-40E2-25DE3DA6F087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 err="1">
                <a:solidFill>
                  <a:srgbClr val="456990"/>
                </a:solidFill>
              </a:rPr>
              <a:t>Detection</a:t>
            </a:r>
            <a:r>
              <a:rPr lang="it-IT" sz="2500" b="1" u="sng">
                <a:solidFill>
                  <a:srgbClr val="456990"/>
                </a:solidFill>
              </a:rPr>
              <a:t>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5EA8B6-3E40-258C-EC5F-C6FE9F1F3372}"/>
              </a:ext>
            </a:extLst>
          </p:cNvPr>
          <p:cNvGraphicFramePr>
            <a:graphicFrameLocks noGrp="1"/>
          </p:cNvGraphicFramePr>
          <p:nvPr/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0.3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0.6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DD23E49-4673-EE86-D1E1-880D53DCC7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6100568"/>
                  </p:ext>
                </p:extLst>
              </p:nvPr>
            </p:nvGraphicFramePr>
            <p:xfrm>
              <a:off x="249842" y="2498684"/>
              <a:ext cx="6807600" cy="397425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23558644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6511446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DD23E49-4673-EE86-D1E1-880D53DCC7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6100568"/>
                  </p:ext>
                </p:extLst>
              </p:nvPr>
            </p:nvGraphicFramePr>
            <p:xfrm>
              <a:off x="249842" y="2498684"/>
              <a:ext cx="6807600" cy="397425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23558644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6511446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9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9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80723" r="-39163" b="-619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76471" r="-39163" b="-5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83133" r="-39163" b="-4168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74118" r="-39163" b="-3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85542" r="-39163" b="-214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85542" r="-39163" b="-114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69412" r="-39163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8" name="Graphic 27">
            <a:extLst>
              <a:ext uri="{FF2B5EF4-FFF2-40B4-BE49-F238E27FC236}">
                <a16:creationId xmlns:a16="http://schemas.microsoft.com/office/drawing/2014/main" id="{7FA3FEA3-4A46-9EDF-564C-0F220D1EC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914" y="2671140"/>
            <a:ext cx="4644000" cy="362934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E4BAABB-B9B0-1B9E-8DFB-01B26798BE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914" y="2671139"/>
            <a:ext cx="4644000" cy="362934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2BC83CF-24BB-63E4-D218-28BB48C72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1914" y="2673616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5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88616-390E-A47F-C419-F4C8551D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E5951A-D25B-AC12-3D27-98995E5EF1C5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7BB602-3F73-F536-F3EE-59C6F8F1EF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089839-E4B4-B0DE-46C3-B75525E243BE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37E44-B161-B0B3-0CF5-E711215274DA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 err="1">
                <a:solidFill>
                  <a:srgbClr val="456990"/>
                </a:solidFill>
              </a:rPr>
              <a:t>Detection</a:t>
            </a:r>
            <a:r>
              <a:rPr lang="it-IT" sz="2500" b="1" u="sng">
                <a:solidFill>
                  <a:srgbClr val="456990"/>
                </a:solidFill>
              </a:rPr>
              <a:t>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CE3F8F-21C0-DC79-4630-0BF861427A1E}"/>
              </a:ext>
            </a:extLst>
          </p:cNvPr>
          <p:cNvGraphicFramePr>
            <a:graphicFrameLocks noGrp="1"/>
          </p:cNvGraphicFramePr>
          <p:nvPr/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0.3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0.6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65F85BE-1AF9-E75E-CEB5-6A89D2A3EB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4283913"/>
                  </p:ext>
                </p:extLst>
              </p:nvPr>
            </p:nvGraphicFramePr>
            <p:xfrm>
              <a:off x="249842" y="2498684"/>
              <a:ext cx="6807600" cy="397425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23558644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6511446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65F85BE-1AF9-E75E-CEB5-6A89D2A3EB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4283913"/>
                  </p:ext>
                </p:extLst>
              </p:nvPr>
            </p:nvGraphicFramePr>
            <p:xfrm>
              <a:off x="249842" y="2498684"/>
              <a:ext cx="6807600" cy="397425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23558644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6511446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9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9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80723" r="-39163" b="-619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76471" r="-39163" b="-5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83133" r="-39163" b="-4168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74118" r="-39163" b="-3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85542" r="-39163" b="-214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85542" r="-39163" b="-114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69412" r="-39163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Graphic 10">
            <a:extLst>
              <a:ext uri="{FF2B5EF4-FFF2-40B4-BE49-F238E27FC236}">
                <a16:creationId xmlns:a16="http://schemas.microsoft.com/office/drawing/2014/main" id="{BFE34046-ECED-377C-B9E7-D23153898B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914" y="2671140"/>
            <a:ext cx="4644000" cy="362934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608994-4012-402D-5C1E-652FAF7640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914" y="2671139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5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F0E9D-6B4A-230E-90EA-43B8DE9D1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E004F5-F1F5-573B-2AF3-37343885088F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7190E95-D2BF-1FDF-AC03-BF2097842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BB2622-7374-98A7-1CA8-3DC279DB70BB}"/>
              </a:ext>
            </a:extLst>
          </p:cNvPr>
          <p:cNvSpPr txBox="1"/>
          <p:nvPr/>
        </p:nvSpPr>
        <p:spPr>
          <a:xfrm>
            <a:off x="249842" y="385059"/>
            <a:ext cx="4713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Simulation</a:t>
            </a:r>
            <a:r>
              <a:rPr lang="it-IT" sz="4800" b="1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Results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EF7A9A-3587-9A82-527B-EFDEFA4889F6}"/>
              </a:ext>
            </a:extLst>
          </p:cNvPr>
          <p:cNvSpPr txBox="1"/>
          <p:nvPr/>
        </p:nvSpPr>
        <p:spPr>
          <a:xfrm>
            <a:off x="2737757" y="1444073"/>
            <a:ext cx="671648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500" b="1" u="sng" err="1">
                <a:solidFill>
                  <a:srgbClr val="456990"/>
                </a:solidFill>
              </a:rPr>
              <a:t>Detection</a:t>
            </a:r>
            <a:r>
              <a:rPr lang="it-IT" sz="2500" b="1" u="sng">
                <a:solidFill>
                  <a:srgbClr val="456990"/>
                </a:solidFill>
              </a:rPr>
              <a:t>-Based </a:t>
            </a:r>
            <a:r>
              <a:rPr lang="it-IT" sz="2500" b="1" u="sng" err="1">
                <a:solidFill>
                  <a:srgbClr val="456990"/>
                </a:solidFill>
              </a:rPr>
              <a:t>Adversary</a:t>
            </a:r>
            <a:r>
              <a:rPr lang="it-IT" sz="2500" b="1" u="sng">
                <a:solidFill>
                  <a:srgbClr val="456990"/>
                </a:solidFill>
              </a:rPr>
              <a:t> </a:t>
            </a:r>
          </a:p>
          <a:p>
            <a:pPr algn="ctr"/>
            <a:r>
              <a:rPr lang="it-IT" i="1">
                <a:solidFill>
                  <a:srgbClr val="456990"/>
                </a:solidFill>
              </a:rPr>
              <a:t>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F7EB1A-5DE4-501B-F15E-91269A24487A}"/>
              </a:ext>
            </a:extLst>
          </p:cNvPr>
          <p:cNvGraphicFramePr>
            <a:graphicFrameLocks noGrp="1"/>
          </p:cNvGraphicFramePr>
          <p:nvPr/>
        </p:nvGraphicFramePr>
        <p:xfrm>
          <a:off x="3099000" y="1887999"/>
          <a:ext cx="5994000" cy="37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000">
                  <a:extLst>
                    <a:ext uri="{9D8B030D-6E8A-4147-A177-3AD203B41FA5}">
                      <a16:colId xmlns:a16="http://schemas.microsoft.com/office/drawing/2014/main" val="3857777515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1128757360"/>
                    </a:ext>
                  </a:extLst>
                </a:gridCol>
                <a:gridCol w="1998000">
                  <a:extLst>
                    <a:ext uri="{9D8B030D-6E8A-4147-A177-3AD203B41FA5}">
                      <a16:colId xmlns:a16="http://schemas.microsoft.com/office/drawing/2014/main" val="3709761936"/>
                    </a:ext>
                  </a:extLst>
                </a:gridCol>
              </a:tblGrid>
              <a:tr h="379791"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Cost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0.1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 err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Detection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0.3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 </a:t>
                      </a:r>
                      <a:endParaRPr lang="it-IT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Payoff</a:t>
                      </a:r>
                      <a:r>
                        <a:rPr lang="it-IT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: </a:t>
                      </a:r>
                      <a:r>
                        <a:rPr lang="it-IT" b="0" i="1">
                          <a:ln>
                            <a:noFill/>
                          </a:ln>
                          <a:solidFill>
                            <a:srgbClr val="456990"/>
                          </a:solidFill>
                        </a:rPr>
                        <a:t>0.6</a:t>
                      </a:r>
                      <a:endParaRPr lang="it-IT" b="0">
                        <a:ln>
                          <a:noFill/>
                        </a:ln>
                        <a:solidFill>
                          <a:srgbClr val="45699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460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BC78E95-884E-C9F7-4FC4-AE7D92D668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3930844"/>
                  </p:ext>
                </p:extLst>
              </p:nvPr>
            </p:nvGraphicFramePr>
            <p:xfrm>
              <a:off x="249842" y="2498684"/>
              <a:ext cx="6807600" cy="397425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23558644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6511446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&gt;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𝑷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=</m:t>
                                    </m:r>
                                    <m:r>
                                      <a:rPr lang="it-IT" sz="1600" b="1" i="1" smtClean="0">
                                        <a:latin typeface="Cambria Math" panose="02040503050406030204" pitchFamily="18" charset="0"/>
                                        <a:cs typeface="Centaur Now Text" panose="020F0502020204030204" pitchFamily="2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SendV2X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Remotely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Impersonate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OEM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Reflash</a:t>
                          </a:r>
                          <a:r>
                            <a:rPr lang="it-IT" sz="1400" b="0" baseline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Inject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entaur Now Text" panose="020F0502020204030204" pitchFamily="2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</a:t>
                          </a:r>
                          <a:r>
                            <a:rPr lang="it-IT" sz="1400" b="0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Extract</a:t>
                          </a:r>
                          <a:r>
                            <a:rPr lang="it-IT" sz="1400" b="0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CAN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BC78E95-884E-C9F7-4FC4-AE7D92D668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3930844"/>
                  </p:ext>
                </p:extLst>
              </p:nvPr>
            </p:nvGraphicFramePr>
            <p:xfrm>
              <a:off x="249842" y="2498684"/>
              <a:ext cx="6807600" cy="3974257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4252720262"/>
                        </a:ext>
                      </a:extLst>
                    </a:gridCol>
                    <a:gridCol w="4071600">
                      <a:extLst>
                        <a:ext uri="{9D8B030D-6E8A-4147-A177-3AD203B41FA5}">
                          <a16:colId xmlns:a16="http://schemas.microsoft.com/office/drawing/2014/main" val="117333541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23558644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65114463"/>
                        </a:ext>
                      </a:extLst>
                    </a:gridCol>
                  </a:tblGrid>
                  <a:tr h="403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Num</a:t>
                          </a:r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. </a:t>
                          </a:r>
                          <a:r>
                            <a:rPr lang="it-IT" sz="1600" err="1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endParaRPr lang="it-IT" sz="1600">
                            <a:latin typeface="Baskerville Old Face" panose="02020602080505020303" pitchFamily="18" charset="0"/>
                            <a:cs typeface="Centaur Now Text" panose="020F0502020204030204" pitchFamily="2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Chosen Attack Path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45699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660769" t="-1515" r="-101538" b="-9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8000" marR="108000"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760769" t="-1515" r="-1538" b="-9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21791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3419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80723" r="-39163" b="-619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95577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3420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176471" r="-39163" b="-5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200835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283133" r="-39163" b="-4168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84965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3453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374118" r="-39163" b="-3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262945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3454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485542" r="-39163" b="-214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5976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3455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585542" r="-39163" b="-1144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23423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b="1" err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Exp</a:t>
                          </a:r>
                          <a:r>
                            <a:rPr lang="it-IT" sz="1400" b="1">
                              <a:solidFill>
                                <a:schemeClr val="tx1"/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 3456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8401" t="-669412" r="-39163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Baskerville Old Face" panose="02020602080505020303" pitchFamily="18" charset="0"/>
                              <a:cs typeface="Centaur Now Text" panose="020F0502020204030204" pitchFamily="2" charset="0"/>
                            </a:rPr>
                            <a:t>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5699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654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Graphic 11">
            <a:extLst>
              <a:ext uri="{FF2B5EF4-FFF2-40B4-BE49-F238E27FC236}">
                <a16:creationId xmlns:a16="http://schemas.microsoft.com/office/drawing/2014/main" id="{8BF50AF1-F8B2-710A-68F3-0CA74CD14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914" y="2671140"/>
            <a:ext cx="4644000" cy="362934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6B6257C-AB65-E11D-DA3C-5268F0435B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914" y="2671139"/>
            <a:ext cx="4644000" cy="362934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3E25EF8-184E-E0CB-8823-014C0CA77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1914" y="2671139"/>
            <a:ext cx="4644000" cy="3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7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ED767-518E-A32A-40CF-E604A9B3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-form: Shape 42">
            <a:extLst>
              <a:ext uri="{FF2B5EF4-FFF2-40B4-BE49-F238E27FC236}">
                <a16:creationId xmlns:a16="http://schemas.microsoft.com/office/drawing/2014/main" id="{4F4EE94A-F053-6C9E-B75F-4C3A5B55F7FD}"/>
              </a:ext>
            </a:extLst>
          </p:cNvPr>
          <p:cNvSpPr/>
          <p:nvPr/>
        </p:nvSpPr>
        <p:spPr>
          <a:xfrm>
            <a:off x="6096000" y="6048743"/>
            <a:ext cx="9789886" cy="477075"/>
          </a:xfrm>
          <a:custGeom>
            <a:avLst/>
            <a:gdLst>
              <a:gd name="csX0" fmla="*/ 0 w 10251613"/>
              <a:gd name="csY0" fmla="*/ 537891 h 1446156"/>
              <a:gd name="csX1" fmla="*/ 4593772 w 10251613"/>
              <a:gd name="csY1" fmla="*/ 37148 h 1446156"/>
              <a:gd name="csX2" fmla="*/ 7282543 w 10251613"/>
              <a:gd name="csY2" fmla="*/ 1430519 h 1446156"/>
              <a:gd name="csX3" fmla="*/ 9906000 w 10251613"/>
              <a:gd name="csY3" fmla="*/ 744719 h 1446156"/>
              <a:gd name="csX4" fmla="*/ 10145486 w 10251613"/>
              <a:gd name="csY4" fmla="*/ 91576 h 1446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51613" h="1446156">
                <a:moveTo>
                  <a:pt x="0" y="537891"/>
                </a:moveTo>
                <a:cubicBezTo>
                  <a:pt x="1690007" y="213134"/>
                  <a:pt x="3380015" y="-111623"/>
                  <a:pt x="4593772" y="37148"/>
                </a:cubicBezTo>
                <a:cubicBezTo>
                  <a:pt x="5807529" y="185919"/>
                  <a:pt x="6397172" y="1312591"/>
                  <a:pt x="7282543" y="1430519"/>
                </a:cubicBezTo>
                <a:cubicBezTo>
                  <a:pt x="8167914" y="1548447"/>
                  <a:pt x="9428843" y="967876"/>
                  <a:pt x="9906000" y="744719"/>
                </a:cubicBezTo>
                <a:cubicBezTo>
                  <a:pt x="10383157" y="521562"/>
                  <a:pt x="10264321" y="306569"/>
                  <a:pt x="10145486" y="91576"/>
                </a:cubicBezTo>
              </a:path>
            </a:pathLst>
          </a:cu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700109F-DD8A-C841-64EA-20CBA3B32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2" b="26266"/>
          <a:stretch>
            <a:fillRect/>
          </a:stretch>
        </p:blipFill>
        <p:spPr>
          <a:xfrm>
            <a:off x="-357331" y="5040536"/>
            <a:ext cx="3923239" cy="120903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76CBDB-184B-71AB-C52B-46D3E01BD89E}"/>
              </a:ext>
            </a:extLst>
          </p:cNvPr>
          <p:cNvSpPr/>
          <p:nvPr/>
        </p:nvSpPr>
        <p:spPr>
          <a:xfrm>
            <a:off x="-1950403" y="307453"/>
            <a:ext cx="12532910" cy="947213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9B7F148-F6AA-1A92-2903-581966967C8B}"/>
              </a:ext>
            </a:extLst>
          </p:cNvPr>
          <p:cNvSpPr/>
          <p:nvPr/>
        </p:nvSpPr>
        <p:spPr>
          <a:xfrm>
            <a:off x="7686553" y="1617208"/>
            <a:ext cx="4250267" cy="5975260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CF2433-3062-FC76-C3AA-60996E790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3914" y="385059"/>
            <a:ext cx="792000" cy="79200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FD19E2F-B93E-DACA-CAA9-52172D07808F}"/>
              </a:ext>
            </a:extLst>
          </p:cNvPr>
          <p:cNvSpPr/>
          <p:nvPr/>
        </p:nvSpPr>
        <p:spPr>
          <a:xfrm>
            <a:off x="3224049" y="1617208"/>
            <a:ext cx="4250267" cy="5975260"/>
          </a:xfrm>
          <a:prstGeom prst="roundRect">
            <a:avLst/>
          </a:prstGeom>
          <a:solidFill>
            <a:srgbClr val="456990"/>
          </a:solidFill>
          <a:ln>
            <a:solidFill>
              <a:srgbClr val="456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FB8EDC8-31FE-E683-3A92-714B1F0745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75"/>
          <a:stretch>
            <a:fillRect/>
          </a:stretch>
        </p:blipFill>
        <p:spPr>
          <a:xfrm>
            <a:off x="380355" y="6166408"/>
            <a:ext cx="2403276" cy="666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D4D649-0B55-CEDA-5801-005254D17F65}"/>
              </a:ext>
            </a:extLst>
          </p:cNvPr>
          <p:cNvSpPr txBox="1"/>
          <p:nvPr/>
        </p:nvSpPr>
        <p:spPr>
          <a:xfrm>
            <a:off x="249842" y="385059"/>
            <a:ext cx="31822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 err="1">
                <a:solidFill>
                  <a:schemeClr val="bg1"/>
                </a:solidFill>
                <a:latin typeface="Baskerville Old Face" panose="02020602080505020303" pitchFamily="18" charset="0"/>
              </a:rPr>
              <a:t>Conclusions</a:t>
            </a:r>
            <a:endParaRPr lang="it-IT" sz="4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B48D2-54B3-AFE1-9FE3-4C5A4A9930C4}"/>
              </a:ext>
            </a:extLst>
          </p:cNvPr>
          <p:cNvSpPr txBox="1"/>
          <p:nvPr/>
        </p:nvSpPr>
        <p:spPr>
          <a:xfrm>
            <a:off x="7921597" y="1966560"/>
            <a:ext cx="3805197" cy="41242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i="1">
                <a:solidFill>
                  <a:schemeClr val="bg1"/>
                </a:solidFill>
                <a:latin typeface="Baskerville Old Face"/>
                <a:ea typeface="Google Sans Text"/>
                <a:cs typeface="Google Sans Text"/>
              </a:rPr>
              <a:t>Attack Discouragement</a:t>
            </a:r>
          </a:p>
          <a:p>
            <a:pPr algn="ctr"/>
            <a:endParaRPr lang="en-US" sz="1000" b="1" i="1">
              <a:solidFill>
                <a:schemeClr val="bg1"/>
              </a:solidFill>
              <a:latin typeface="Baskerville Old Face"/>
              <a:ea typeface="Google Sans Text"/>
              <a:cs typeface="Google Sans Text"/>
            </a:endParaRPr>
          </a:p>
          <a:p>
            <a:pPr algn="just"/>
            <a:r>
              <a:rPr lang="en-US" sz="2200">
                <a:solidFill>
                  <a:schemeClr val="bg1"/>
                </a:solidFill>
                <a:latin typeface="Baskerville Old Face"/>
                <a:ea typeface="Google Sans Text"/>
                <a:cs typeface="Google Sans Text"/>
              </a:rPr>
              <a:t>Using better components and protocols can increase the cost and difficulty of most attacks, reducing the adversary's success probability</a:t>
            </a:r>
          </a:p>
          <a:p>
            <a:pPr algn="just">
              <a:buFont typeface=""/>
              <a:buChar char="•"/>
            </a:pPr>
            <a:endParaRPr lang="en-US" sz="2200">
              <a:solidFill>
                <a:schemeClr val="bg1"/>
              </a:solidFill>
              <a:latin typeface="Baskerville Old Face"/>
              <a:ea typeface="Google Sans Text"/>
              <a:cs typeface="Google Sans Text"/>
            </a:endParaRPr>
          </a:p>
          <a:p>
            <a:pPr algn="ctr"/>
            <a:r>
              <a:rPr lang="en-US" sz="2200" b="1" i="1">
                <a:solidFill>
                  <a:schemeClr val="bg1"/>
                </a:solidFill>
                <a:latin typeface="Baskerville Old Face"/>
                <a:ea typeface="Google Sans Text"/>
                <a:cs typeface="Google Sans Text"/>
              </a:rPr>
              <a:t>Internal Defense</a:t>
            </a:r>
          </a:p>
          <a:p>
            <a:pPr algn="ctr"/>
            <a:endParaRPr lang="en-US" sz="1000" b="1" i="1">
              <a:solidFill>
                <a:schemeClr val="bg1"/>
              </a:solidFill>
              <a:latin typeface="Baskerville Old Face"/>
              <a:ea typeface="Google Sans Text"/>
              <a:cs typeface="Google Sans Text"/>
            </a:endParaRPr>
          </a:p>
          <a:p>
            <a:pPr algn="just"/>
            <a:r>
              <a:rPr lang="en-US" sz="2200">
                <a:solidFill>
                  <a:schemeClr val="bg1"/>
                </a:solidFill>
                <a:latin typeface="Baskerville Old Face"/>
                <a:ea typeface="Google Sans Text"/>
                <a:cs typeface="Google Sans Text"/>
              </a:rPr>
              <a:t>Robust internal monitoring can help neutralize skilled attackers who bypass the initial perimeter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7797F-87D5-0B35-BC08-95299F5F038A}"/>
              </a:ext>
            </a:extLst>
          </p:cNvPr>
          <p:cNvSpPr txBox="1"/>
          <p:nvPr/>
        </p:nvSpPr>
        <p:spPr>
          <a:xfrm>
            <a:off x="3395793" y="1966560"/>
            <a:ext cx="3906778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i="1">
                <a:solidFill>
                  <a:schemeClr val="bg1"/>
                </a:solidFill>
                <a:latin typeface="Baskerville Old Face"/>
                <a:ea typeface="Google Sans Text"/>
                <a:cs typeface="Google Sans Text"/>
              </a:rPr>
              <a:t>Exploitation Drivers</a:t>
            </a:r>
          </a:p>
          <a:p>
            <a:pPr algn="ctr"/>
            <a:endParaRPr lang="en-US" sz="1000" b="1" i="1">
              <a:solidFill>
                <a:schemeClr val="bg1"/>
              </a:solidFill>
              <a:latin typeface="Baskerville Old Face"/>
              <a:ea typeface="Google Sans Text"/>
              <a:cs typeface="Google Sans Text"/>
            </a:endParaRPr>
          </a:p>
          <a:p>
            <a:pPr algn="just"/>
            <a:r>
              <a:rPr lang="en-US" sz="2200">
                <a:solidFill>
                  <a:schemeClr val="bg1"/>
                </a:solidFill>
                <a:latin typeface="Baskerville Old Face"/>
                <a:ea typeface="Google Sans Text"/>
                <a:cs typeface="Google Sans Text"/>
              </a:rPr>
              <a:t>Real-world attacks do not follow a fixed path, as they are dictated by adversary constraints (budget, time) and strategic goals (reward, stealth)</a:t>
            </a:r>
          </a:p>
          <a:p>
            <a:endParaRPr lang="en-US" sz="2200">
              <a:solidFill>
                <a:schemeClr val="bg1"/>
              </a:solidFill>
              <a:latin typeface="Baskerville Old Face"/>
              <a:ea typeface="Google Sans Text"/>
              <a:cs typeface="Google Sans Text"/>
            </a:endParaRPr>
          </a:p>
          <a:p>
            <a:pPr algn="ctr"/>
            <a:r>
              <a:rPr lang="en-US" sz="2200" b="1" i="1">
                <a:solidFill>
                  <a:schemeClr val="bg1"/>
                </a:solidFill>
                <a:latin typeface="Baskerville Old Face"/>
                <a:ea typeface="Google Sans Text"/>
                <a:cs typeface="Google Sans Text"/>
              </a:rPr>
              <a:t>Perimeter Security</a:t>
            </a:r>
          </a:p>
          <a:p>
            <a:pPr algn="ctr"/>
            <a:endParaRPr lang="en-US" sz="1000" b="1" i="1">
              <a:solidFill>
                <a:schemeClr val="bg1"/>
              </a:solidFill>
              <a:latin typeface="Baskerville Old Face"/>
              <a:ea typeface="Google Sans Text"/>
              <a:cs typeface="Google Sans Text"/>
            </a:endParaRPr>
          </a:p>
          <a:p>
            <a:pPr algn="just"/>
            <a:r>
              <a:rPr lang="en-US" sz="2200">
                <a:solidFill>
                  <a:schemeClr val="bg1"/>
                </a:solidFill>
                <a:latin typeface="Baskerville Old Face"/>
                <a:ea typeface="Google Sans Text"/>
                <a:cs typeface="Google Sans Text"/>
              </a:rPr>
              <a:t>Manufacturers must secure accessible external interfaces like V2X and remote endpoints, limiting the adversary's attack surface</a:t>
            </a:r>
          </a:p>
        </p:txBody>
      </p:sp>
    </p:spTree>
    <p:extLst>
      <p:ext uri="{BB962C8B-B14F-4D97-AF65-F5344CB8AC3E}">
        <p14:creationId xmlns:p14="http://schemas.microsoft.com/office/powerpoint/2010/main" val="2477264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0B617-2A33-6143-3D33-D742950F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CC145CC-CCEE-9BAF-1CC3-F10B2934C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184D09-0232-632F-EC43-A3BE8CD5E327}"/>
              </a:ext>
            </a:extLst>
          </p:cNvPr>
          <p:cNvSpPr txBox="1"/>
          <p:nvPr/>
        </p:nvSpPr>
        <p:spPr>
          <a:xfrm>
            <a:off x="1455964" y="2798058"/>
            <a:ext cx="9280072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3800" b="1">
                <a:solidFill>
                  <a:schemeClr val="bg1"/>
                </a:solidFill>
                <a:latin typeface="Baskerville Old Face" panose="02020602080505020303" pitchFamily="18" charset="0"/>
              </a:rPr>
              <a:t>THANK YOU</a:t>
            </a:r>
          </a:p>
          <a:p>
            <a:pPr algn="ctr"/>
            <a:r>
              <a:rPr lang="it-IT" sz="3800" b="1">
                <a:solidFill>
                  <a:schemeClr val="bg1"/>
                </a:solidFill>
                <a:latin typeface="Baskerville Old Face"/>
              </a:rPr>
              <a:t> FOR YOUR ATTENTION</a:t>
            </a:r>
            <a:endParaRPr lang="it-IT" sz="3800" b="1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21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1796</Words>
  <Application>Microsoft Office PowerPoint</Application>
  <PresentationFormat>Widescreen</PresentationFormat>
  <Paragraphs>688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Baskerville Old Face</vt:lpstr>
      <vt:lpstr>Cambria Math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Eleonora Sgorbini</dc:creator>
  <cp:lastModifiedBy>Eleonora Sgorbini</cp:lastModifiedBy>
  <cp:revision>1</cp:revision>
  <dcterms:created xsi:type="dcterms:W3CDTF">2026-09-04T09:17:30Z</dcterms:created>
  <dcterms:modified xsi:type="dcterms:W3CDTF">2026-09-08T16:43:53Z</dcterms:modified>
</cp:coreProperties>
</file>