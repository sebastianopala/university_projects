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0" r:id="rId5"/>
  </p:sldMasterIdLst>
  <p:notesMasterIdLst>
    <p:notesMasterId r:id="rId11"/>
  </p:notesMasterIdLst>
  <p:handoutMasterIdLst>
    <p:handoutMasterId r:id="rId12"/>
  </p:handoutMasterIdLst>
  <p:sldIdLst>
    <p:sldId id="722" r:id="rId6"/>
    <p:sldId id="1026" r:id="rId7"/>
    <p:sldId id="1027" r:id="rId8"/>
    <p:sldId id="1028" r:id="rId9"/>
    <p:sldId id="1030" r:id="rId10"/>
  </p:sldIdLst>
  <p:sldSz cx="9144000" cy="6858000" type="screen4x3"/>
  <p:notesSz cx="7099300" cy="10234613"/>
  <p:defaultTextStyle>
    <a:defPPr>
      <a:defRPr lang="it-IT"/>
    </a:defPPr>
    <a:lvl1pPr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82DB"/>
    <a:srgbClr val="003366"/>
    <a:srgbClr val="0033CC"/>
    <a:srgbClr val="006699"/>
    <a:srgbClr val="000066"/>
    <a:srgbClr val="0066FF"/>
    <a:srgbClr val="0066CC"/>
    <a:srgbClr val="E3E3FF"/>
    <a:srgbClr val="9999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B5E22B-4E7F-4B38-A586-525F3D6A1B4C}" v="7" dt="2025-10-05T07:38:37.3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8" autoAdjust="0"/>
    <p:restoredTop sz="98757" autoAdjust="0"/>
  </p:normalViewPr>
  <p:slideViewPr>
    <p:cSldViewPr>
      <p:cViewPr varScale="1">
        <p:scale>
          <a:sx n="79" d="100"/>
          <a:sy n="79" d="100"/>
        </p:scale>
        <p:origin x="173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6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18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o Pala" userId="f1b1ec53-8705-4fda-b670-9a8a8ab4be0d" providerId="ADAL" clId="{F3F92036-AC26-4658-BAF1-68927DBFF951}"/>
    <pc:docChg chg="undo custSel addSld delSld modSld">
      <pc:chgData name="Sebastiano Pala" userId="f1b1ec53-8705-4fda-b670-9a8a8ab4be0d" providerId="ADAL" clId="{F3F92036-AC26-4658-BAF1-68927DBFF951}" dt="2025-10-05T07:48:43.502" v="2015" actId="1076"/>
      <pc:docMkLst>
        <pc:docMk/>
      </pc:docMkLst>
      <pc:sldChg chg="modSp mod">
        <pc:chgData name="Sebastiano Pala" userId="f1b1ec53-8705-4fda-b670-9a8a8ab4be0d" providerId="ADAL" clId="{F3F92036-AC26-4658-BAF1-68927DBFF951}" dt="2025-09-30T20:53:28.747" v="164" actId="20577"/>
        <pc:sldMkLst>
          <pc:docMk/>
          <pc:sldMk cId="0" sldId="722"/>
        </pc:sldMkLst>
        <pc:spChg chg="mod">
          <ac:chgData name="Sebastiano Pala" userId="f1b1ec53-8705-4fda-b670-9a8a8ab4be0d" providerId="ADAL" clId="{F3F92036-AC26-4658-BAF1-68927DBFF951}" dt="2025-09-30T20:53:19.722" v="99" actId="20577"/>
          <ac:spMkLst>
            <pc:docMk/>
            <pc:sldMk cId="0" sldId="722"/>
            <ac:spMk id="15" creationId="{00000000-0000-0000-0000-000000000000}"/>
          </ac:spMkLst>
        </pc:spChg>
        <pc:spChg chg="mod">
          <ac:chgData name="Sebastiano Pala" userId="f1b1ec53-8705-4fda-b670-9a8a8ab4be0d" providerId="ADAL" clId="{F3F92036-AC26-4658-BAF1-68927DBFF951}" dt="2025-09-30T20:53:28.747" v="164" actId="20577"/>
          <ac:spMkLst>
            <pc:docMk/>
            <pc:sldMk cId="0" sldId="722"/>
            <ac:spMk id="16" creationId="{00000000-0000-0000-0000-000000000000}"/>
          </ac:spMkLst>
        </pc:spChg>
        <pc:spChg chg="mod">
          <ac:chgData name="Sebastiano Pala" userId="f1b1ec53-8705-4fda-b670-9a8a8ab4be0d" providerId="ADAL" clId="{F3F92036-AC26-4658-BAF1-68927DBFF951}" dt="2025-09-30T20:53:06.239" v="64" actId="20577"/>
          <ac:spMkLst>
            <pc:docMk/>
            <pc:sldMk cId="0" sldId="722"/>
            <ac:spMk id="7170" creationId="{00000000-0000-0000-0000-000000000000}"/>
          </ac:spMkLst>
        </pc:spChg>
      </pc:sldChg>
      <pc:sldChg chg="modSp mod">
        <pc:chgData name="Sebastiano Pala" userId="f1b1ec53-8705-4fda-b670-9a8a8ab4be0d" providerId="ADAL" clId="{F3F92036-AC26-4658-BAF1-68927DBFF951}" dt="2025-09-30T21:13:33.380" v="720" actId="20577"/>
        <pc:sldMkLst>
          <pc:docMk/>
          <pc:sldMk cId="2367034546" sldId="1026"/>
        </pc:sldMkLst>
        <pc:spChg chg="mod">
          <ac:chgData name="Sebastiano Pala" userId="f1b1ec53-8705-4fda-b670-9a8a8ab4be0d" providerId="ADAL" clId="{F3F92036-AC26-4658-BAF1-68927DBFF951}" dt="2025-09-30T21:05:37.990" v="316" actId="20577"/>
          <ac:spMkLst>
            <pc:docMk/>
            <pc:sldMk cId="2367034546" sldId="1026"/>
            <ac:spMk id="2" creationId="{00000000-0000-0000-0000-000000000000}"/>
          </ac:spMkLst>
        </pc:spChg>
        <pc:spChg chg="mod">
          <ac:chgData name="Sebastiano Pala" userId="f1b1ec53-8705-4fda-b670-9a8a8ab4be0d" providerId="ADAL" clId="{F3F92036-AC26-4658-BAF1-68927DBFF951}" dt="2025-09-30T21:13:33.380" v="720" actId="20577"/>
          <ac:spMkLst>
            <pc:docMk/>
            <pc:sldMk cId="2367034546" sldId="1026"/>
            <ac:spMk id="3" creationId="{00000000-0000-0000-0000-000000000000}"/>
          </ac:spMkLst>
        </pc:spChg>
        <pc:spChg chg="mod">
          <ac:chgData name="Sebastiano Pala" userId="f1b1ec53-8705-4fda-b670-9a8a8ab4be0d" providerId="ADAL" clId="{F3F92036-AC26-4658-BAF1-68927DBFF951}" dt="2025-09-30T20:54:12.124" v="305" actId="20577"/>
          <ac:spMkLst>
            <pc:docMk/>
            <pc:sldMk cId="2367034546" sldId="1026"/>
            <ac:spMk id="4" creationId="{00000000-0000-0000-0000-000000000000}"/>
          </ac:spMkLst>
        </pc:spChg>
      </pc:sldChg>
      <pc:sldChg chg="addSp modSp mod">
        <pc:chgData name="Sebastiano Pala" userId="f1b1ec53-8705-4fda-b670-9a8a8ab4be0d" providerId="ADAL" clId="{F3F92036-AC26-4658-BAF1-68927DBFF951}" dt="2025-09-30T21:33:50.321" v="899" actId="20577"/>
        <pc:sldMkLst>
          <pc:docMk/>
          <pc:sldMk cId="2118626836" sldId="1027"/>
        </pc:sldMkLst>
        <pc:spChg chg="mod">
          <ac:chgData name="Sebastiano Pala" userId="f1b1ec53-8705-4fda-b670-9a8a8ab4be0d" providerId="ADAL" clId="{F3F92036-AC26-4658-BAF1-68927DBFF951}" dt="2025-09-30T21:33:50.321" v="899" actId="20577"/>
          <ac:spMkLst>
            <pc:docMk/>
            <pc:sldMk cId="2118626836" sldId="1027"/>
            <ac:spMk id="2" creationId="{00000000-0000-0000-0000-000000000000}"/>
          </ac:spMkLst>
        </pc:spChg>
        <pc:spChg chg="mod">
          <ac:chgData name="Sebastiano Pala" userId="f1b1ec53-8705-4fda-b670-9a8a8ab4be0d" providerId="ADAL" clId="{F3F92036-AC26-4658-BAF1-68927DBFF951}" dt="2025-09-30T21:24:02.100" v="863" actId="20577"/>
          <ac:spMkLst>
            <pc:docMk/>
            <pc:sldMk cId="2118626836" sldId="1027"/>
            <ac:spMk id="3" creationId="{00000000-0000-0000-0000-000000000000}"/>
          </ac:spMkLst>
        </pc:spChg>
        <pc:spChg chg="mod">
          <ac:chgData name="Sebastiano Pala" userId="f1b1ec53-8705-4fda-b670-9a8a8ab4be0d" providerId="ADAL" clId="{F3F92036-AC26-4658-BAF1-68927DBFF951}" dt="2025-09-30T20:54:05.959" v="304" actId="20577"/>
          <ac:spMkLst>
            <pc:docMk/>
            <pc:sldMk cId="2118626836" sldId="1027"/>
            <ac:spMk id="4" creationId="{00000000-0000-0000-0000-000000000000}"/>
          </ac:spMkLst>
        </pc:spChg>
        <pc:spChg chg="add mod">
          <ac:chgData name="Sebastiano Pala" userId="f1b1ec53-8705-4fda-b670-9a8a8ab4be0d" providerId="ADAL" clId="{F3F92036-AC26-4658-BAF1-68927DBFF951}" dt="2025-09-30T21:22:18.259" v="828" actId="207"/>
          <ac:spMkLst>
            <pc:docMk/>
            <pc:sldMk cId="2118626836" sldId="1027"/>
            <ac:spMk id="7" creationId="{5508AC6F-86C7-EF98-C5DE-C182D7D78622}"/>
          </ac:spMkLst>
        </pc:spChg>
        <pc:spChg chg="add mod">
          <ac:chgData name="Sebastiano Pala" userId="f1b1ec53-8705-4fda-b670-9a8a8ab4be0d" providerId="ADAL" clId="{F3F92036-AC26-4658-BAF1-68927DBFF951}" dt="2025-09-30T21:33:37.742" v="877" actId="1076"/>
          <ac:spMkLst>
            <pc:docMk/>
            <pc:sldMk cId="2118626836" sldId="1027"/>
            <ac:spMk id="16" creationId="{FEE3A914-467F-9678-F27E-D6765515C473}"/>
          </ac:spMkLst>
        </pc:spChg>
        <pc:picChg chg="add mod">
          <ac:chgData name="Sebastiano Pala" userId="f1b1ec53-8705-4fda-b670-9a8a8ab4be0d" providerId="ADAL" clId="{F3F92036-AC26-4658-BAF1-68927DBFF951}" dt="2025-09-30T21:18:41.244" v="818" actId="1076"/>
          <ac:picMkLst>
            <pc:docMk/>
            <pc:sldMk cId="2118626836" sldId="1027"/>
            <ac:picMk id="6" creationId="{134B2A14-21C9-9530-4519-8DAA1E0114F7}"/>
          </ac:picMkLst>
        </pc:picChg>
        <pc:picChg chg="add mod">
          <ac:chgData name="Sebastiano Pala" userId="f1b1ec53-8705-4fda-b670-9a8a8ab4be0d" providerId="ADAL" clId="{F3F92036-AC26-4658-BAF1-68927DBFF951}" dt="2025-09-30T21:21:20.595" v="827" actId="14100"/>
          <ac:picMkLst>
            <pc:docMk/>
            <pc:sldMk cId="2118626836" sldId="1027"/>
            <ac:picMk id="9" creationId="{EE676D39-691A-A1B8-DF01-11402FF074A5}"/>
          </ac:picMkLst>
        </pc:picChg>
        <pc:picChg chg="add mod">
          <ac:chgData name="Sebastiano Pala" userId="f1b1ec53-8705-4fda-b670-9a8a8ab4be0d" providerId="ADAL" clId="{F3F92036-AC26-4658-BAF1-68927DBFF951}" dt="2025-09-30T21:20:47.752" v="824" actId="1076"/>
          <ac:picMkLst>
            <pc:docMk/>
            <pc:sldMk cId="2118626836" sldId="1027"/>
            <ac:picMk id="11" creationId="{15F5F24B-25EA-8875-29AD-A59757C46E75}"/>
          </ac:picMkLst>
        </pc:picChg>
        <pc:picChg chg="add mod">
          <ac:chgData name="Sebastiano Pala" userId="f1b1ec53-8705-4fda-b670-9a8a8ab4be0d" providerId="ADAL" clId="{F3F92036-AC26-4658-BAF1-68927DBFF951}" dt="2025-09-30T21:28:45.433" v="871" actId="1076"/>
          <ac:picMkLst>
            <pc:docMk/>
            <pc:sldMk cId="2118626836" sldId="1027"/>
            <ac:picMk id="13" creationId="{6BB126CA-9B0E-D8A3-B53F-5FFDE85F3AF6}"/>
          </ac:picMkLst>
        </pc:picChg>
        <pc:picChg chg="add mod">
          <ac:chgData name="Sebastiano Pala" userId="f1b1ec53-8705-4fda-b670-9a8a8ab4be0d" providerId="ADAL" clId="{F3F92036-AC26-4658-BAF1-68927DBFF951}" dt="2025-09-30T21:33:27.703" v="875" actId="1076"/>
          <ac:picMkLst>
            <pc:docMk/>
            <pc:sldMk cId="2118626836" sldId="1027"/>
            <ac:picMk id="15" creationId="{5045D3C9-AE66-8FC5-A298-F1F1573B3F5D}"/>
          </ac:picMkLst>
        </pc:picChg>
      </pc:sldChg>
      <pc:sldChg chg="addSp delSp modSp mod">
        <pc:chgData name="Sebastiano Pala" userId="f1b1ec53-8705-4fda-b670-9a8a8ab4be0d" providerId="ADAL" clId="{F3F92036-AC26-4658-BAF1-68927DBFF951}" dt="2025-10-01T08:10:13.706" v="1337" actId="115"/>
        <pc:sldMkLst>
          <pc:docMk/>
          <pc:sldMk cId="2946636026" sldId="1028"/>
        </pc:sldMkLst>
        <pc:spChg chg="mod">
          <ac:chgData name="Sebastiano Pala" userId="f1b1ec53-8705-4fda-b670-9a8a8ab4be0d" providerId="ADAL" clId="{F3F92036-AC26-4658-BAF1-68927DBFF951}" dt="2025-09-30T21:35:03.804" v="932" actId="20577"/>
          <ac:spMkLst>
            <pc:docMk/>
            <pc:sldMk cId="2946636026" sldId="1028"/>
            <ac:spMk id="2" creationId="{00000000-0000-0000-0000-000000000000}"/>
          </ac:spMkLst>
        </pc:spChg>
        <pc:spChg chg="mod">
          <ac:chgData name="Sebastiano Pala" userId="f1b1ec53-8705-4fda-b670-9a8a8ab4be0d" providerId="ADAL" clId="{F3F92036-AC26-4658-BAF1-68927DBFF951}" dt="2025-10-01T08:10:13.706" v="1337" actId="115"/>
          <ac:spMkLst>
            <pc:docMk/>
            <pc:sldMk cId="2946636026" sldId="1028"/>
            <ac:spMk id="3" creationId="{00000000-0000-0000-0000-000000000000}"/>
          </ac:spMkLst>
        </pc:spChg>
        <pc:spChg chg="mod">
          <ac:chgData name="Sebastiano Pala" userId="f1b1ec53-8705-4fda-b670-9a8a8ab4be0d" providerId="ADAL" clId="{F3F92036-AC26-4658-BAF1-68927DBFF951}" dt="2025-09-30T20:54:00.188" v="296" actId="20577"/>
          <ac:spMkLst>
            <pc:docMk/>
            <pc:sldMk cId="2946636026" sldId="1028"/>
            <ac:spMk id="4" creationId="{00000000-0000-0000-0000-000000000000}"/>
          </ac:spMkLst>
        </pc:spChg>
        <pc:spChg chg="add mod">
          <ac:chgData name="Sebastiano Pala" userId="f1b1ec53-8705-4fda-b670-9a8a8ab4be0d" providerId="ADAL" clId="{F3F92036-AC26-4658-BAF1-68927DBFF951}" dt="2025-09-30T21:49:14.271" v="1174" actId="1076"/>
          <ac:spMkLst>
            <pc:docMk/>
            <pc:sldMk cId="2946636026" sldId="1028"/>
            <ac:spMk id="11" creationId="{37471ABB-09E1-6244-F1D5-CD04E87FA323}"/>
          </ac:spMkLst>
        </pc:spChg>
        <pc:spChg chg="add mod">
          <ac:chgData name="Sebastiano Pala" userId="f1b1ec53-8705-4fda-b670-9a8a8ab4be0d" providerId="ADAL" clId="{F3F92036-AC26-4658-BAF1-68927DBFF951}" dt="2025-09-30T22:09:42.092" v="1272" actId="14100"/>
          <ac:spMkLst>
            <pc:docMk/>
            <pc:sldMk cId="2946636026" sldId="1028"/>
            <ac:spMk id="31" creationId="{63EC0B0C-645E-525E-746C-6D9102425DB7}"/>
          </ac:spMkLst>
        </pc:spChg>
        <pc:spChg chg="add mod ord">
          <ac:chgData name="Sebastiano Pala" userId="f1b1ec53-8705-4fda-b670-9a8a8ab4be0d" providerId="ADAL" clId="{F3F92036-AC26-4658-BAF1-68927DBFF951}" dt="2025-09-30T22:08:41.257" v="1261" actId="207"/>
          <ac:spMkLst>
            <pc:docMk/>
            <pc:sldMk cId="2946636026" sldId="1028"/>
            <ac:spMk id="32" creationId="{769AB67B-E8F6-B09B-8212-B76999D5193B}"/>
          </ac:spMkLst>
        </pc:spChg>
        <pc:spChg chg="add mod">
          <ac:chgData name="Sebastiano Pala" userId="f1b1ec53-8705-4fda-b670-9a8a8ab4be0d" providerId="ADAL" clId="{F3F92036-AC26-4658-BAF1-68927DBFF951}" dt="2025-09-30T22:10:04.186" v="1275" actId="14100"/>
          <ac:spMkLst>
            <pc:docMk/>
            <pc:sldMk cId="2946636026" sldId="1028"/>
            <ac:spMk id="33" creationId="{4F1240C7-0A28-29B2-794F-FC7F3D6CEBB3}"/>
          </ac:spMkLst>
        </pc:spChg>
        <pc:picChg chg="add mod">
          <ac:chgData name="Sebastiano Pala" userId="f1b1ec53-8705-4fda-b670-9a8a8ab4be0d" providerId="ADAL" clId="{F3F92036-AC26-4658-BAF1-68927DBFF951}" dt="2025-09-30T21:49:08.099" v="1172" actId="14100"/>
          <ac:picMkLst>
            <pc:docMk/>
            <pc:sldMk cId="2946636026" sldId="1028"/>
            <ac:picMk id="8" creationId="{B194221C-E353-E6F9-6E53-6FADFA057A35}"/>
          </ac:picMkLst>
        </pc:picChg>
        <pc:picChg chg="add mod">
          <ac:chgData name="Sebastiano Pala" userId="f1b1ec53-8705-4fda-b670-9a8a8ab4be0d" providerId="ADAL" clId="{F3F92036-AC26-4658-BAF1-68927DBFF951}" dt="2025-09-30T21:49:11.981" v="1173" actId="1076"/>
          <ac:picMkLst>
            <pc:docMk/>
            <pc:sldMk cId="2946636026" sldId="1028"/>
            <ac:picMk id="13" creationId="{4BE17BB8-8580-6CAD-0AFE-F491679BB500}"/>
          </ac:picMkLst>
        </pc:picChg>
        <pc:picChg chg="add mod">
          <ac:chgData name="Sebastiano Pala" userId="f1b1ec53-8705-4fda-b670-9a8a8ab4be0d" providerId="ADAL" clId="{F3F92036-AC26-4658-BAF1-68927DBFF951}" dt="2025-09-30T22:04:20.352" v="1223" actId="1076"/>
          <ac:picMkLst>
            <pc:docMk/>
            <pc:sldMk cId="2946636026" sldId="1028"/>
            <ac:picMk id="28" creationId="{B5A4DB1F-C756-1F58-63AF-048F0EEB9F5C}"/>
          </ac:picMkLst>
        </pc:picChg>
        <pc:picChg chg="add mod">
          <ac:chgData name="Sebastiano Pala" userId="f1b1ec53-8705-4fda-b670-9a8a8ab4be0d" providerId="ADAL" clId="{F3F92036-AC26-4658-BAF1-68927DBFF951}" dt="2025-09-30T22:10:34.911" v="1283" actId="1076"/>
          <ac:picMkLst>
            <pc:docMk/>
            <pc:sldMk cId="2946636026" sldId="1028"/>
            <ac:picMk id="35" creationId="{2EAB465F-1022-92E5-C97B-44B2879FBAD5}"/>
          </ac:picMkLst>
        </pc:picChg>
      </pc:sldChg>
      <pc:sldChg chg="modSp new del mod">
        <pc:chgData name="Sebastiano Pala" userId="f1b1ec53-8705-4fda-b670-9a8a8ab4be0d" providerId="ADAL" clId="{F3F92036-AC26-4658-BAF1-68927DBFF951}" dt="2025-10-02T10:38:50.093" v="1355" actId="2696"/>
        <pc:sldMkLst>
          <pc:docMk/>
          <pc:sldMk cId="3777521524" sldId="1029"/>
        </pc:sldMkLst>
      </pc:sldChg>
      <pc:sldChg chg="addSp delSp modSp add mod">
        <pc:chgData name="Sebastiano Pala" userId="f1b1ec53-8705-4fda-b670-9a8a8ab4be0d" providerId="ADAL" clId="{F3F92036-AC26-4658-BAF1-68927DBFF951}" dt="2025-10-05T07:48:43.502" v="2015" actId="1076"/>
        <pc:sldMkLst>
          <pc:docMk/>
          <pc:sldMk cId="3713587228" sldId="1030"/>
        </pc:sldMkLst>
        <pc:spChg chg="mod">
          <ac:chgData name="Sebastiano Pala" userId="f1b1ec53-8705-4fda-b670-9a8a8ab4be0d" providerId="ADAL" clId="{F3F92036-AC26-4658-BAF1-68927DBFF951}" dt="2025-10-02T10:38:57.520" v="1390" actId="20577"/>
          <ac:spMkLst>
            <pc:docMk/>
            <pc:sldMk cId="3713587228" sldId="1030"/>
            <ac:spMk id="2" creationId="{02AE3664-9D9A-6269-0FAF-CABB31F31337}"/>
          </ac:spMkLst>
        </pc:spChg>
        <pc:spChg chg="mod">
          <ac:chgData name="Sebastiano Pala" userId="f1b1ec53-8705-4fda-b670-9a8a8ab4be0d" providerId="ADAL" clId="{F3F92036-AC26-4658-BAF1-68927DBFF951}" dt="2025-10-05T07:38:22.730" v="1799" actId="948"/>
          <ac:spMkLst>
            <pc:docMk/>
            <pc:sldMk cId="3713587228" sldId="1030"/>
            <ac:spMk id="3" creationId="{23840EBC-893E-B616-DE6C-C57B25987730}"/>
          </ac:spMkLst>
        </pc:spChg>
        <pc:spChg chg="add del mod">
          <ac:chgData name="Sebastiano Pala" userId="f1b1ec53-8705-4fda-b670-9a8a8ab4be0d" providerId="ADAL" clId="{F3F92036-AC26-4658-BAF1-68927DBFF951}" dt="2025-10-05T07:36:09.014" v="1772"/>
          <ac:spMkLst>
            <pc:docMk/>
            <pc:sldMk cId="3713587228" sldId="1030"/>
            <ac:spMk id="5" creationId="{708D9B32-EF0B-7BAF-3071-04BECC1AE402}"/>
          </ac:spMkLst>
        </pc:spChg>
        <pc:spChg chg="add del mod">
          <ac:chgData name="Sebastiano Pala" userId="f1b1ec53-8705-4fda-b670-9a8a8ab4be0d" providerId="ADAL" clId="{F3F92036-AC26-4658-BAF1-68927DBFF951}" dt="2025-10-05T07:36:35.678" v="1785"/>
          <ac:spMkLst>
            <pc:docMk/>
            <pc:sldMk cId="3713587228" sldId="1030"/>
            <ac:spMk id="6" creationId="{AA4BC957-1747-AF56-77C5-64F6E8CD65AF}"/>
          </ac:spMkLst>
        </pc:spChg>
        <pc:spChg chg="add mod">
          <ac:chgData name="Sebastiano Pala" userId="f1b1ec53-8705-4fda-b670-9a8a8ab4be0d" providerId="ADAL" clId="{F3F92036-AC26-4658-BAF1-68927DBFF951}" dt="2025-10-05T07:48:34.649" v="2014" actId="1076"/>
          <ac:spMkLst>
            <pc:docMk/>
            <pc:sldMk cId="3713587228" sldId="1030"/>
            <ac:spMk id="7" creationId="{7A3FAD43-16BD-B437-705E-6BE5C8EFB449}"/>
          </ac:spMkLst>
        </pc:spChg>
        <pc:spChg chg="add mod">
          <ac:chgData name="Sebastiano Pala" userId="f1b1ec53-8705-4fda-b670-9a8a8ab4be0d" providerId="ADAL" clId="{F3F92036-AC26-4658-BAF1-68927DBFF951}" dt="2025-10-05T07:48:43.502" v="2015" actId="1076"/>
          <ac:spMkLst>
            <pc:docMk/>
            <pc:sldMk cId="3713587228" sldId="1030"/>
            <ac:spMk id="8" creationId="{E3FED70B-0BA5-671D-9AB1-846B9CF7895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C1B76BBF-8223-4799-95C3-859F065E8F8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684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0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2C11F25B-D58C-4A79-8AD6-38119B174837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47068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013"/>
            <a:fld id="{364B05ED-9CA2-4935-8602-1081F943AF8B}" type="slidenum">
              <a:rPr lang="it-IT" smtClean="0"/>
              <a:pPr defTabSz="989013"/>
              <a:t>1</a:t>
            </a:fld>
            <a:endParaRPr lang="it-IT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832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11F25B-D58C-4A79-8AD6-38119B174837}" type="slidenum">
              <a:rPr lang="it-IT" smtClean="0"/>
              <a:pPr>
                <a:defRPr/>
              </a:pPr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9737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 userDrawn="1"/>
        </p:nvSpPr>
        <p:spPr bwMode="auto">
          <a:xfrm>
            <a:off x="323850" y="404813"/>
            <a:ext cx="8496300" cy="2592387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20713"/>
            <a:ext cx="7772400" cy="2087562"/>
          </a:xfrm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algn="ctr">
              <a:defRPr>
                <a:latin typeface="Franklin Gothic Demi" pitchFamily="34" charset="0"/>
              </a:defRPr>
            </a:lvl1pPr>
          </a:lstStyle>
          <a:p>
            <a:r>
              <a:rPr lang="it-IT"/>
              <a:t>Energy-efficient Data Collection in Wireless Sensor Networks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3284538"/>
            <a:ext cx="8064500" cy="324008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27584" y="44450"/>
            <a:ext cx="7344866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" y="-14395"/>
            <a:ext cx="791310" cy="80779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auto">
          <a:xfrm>
            <a:off x="8172450" y="0"/>
            <a:ext cx="954087" cy="9540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4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ranklin Gothic Heavy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7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8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382" y="6128569"/>
            <a:ext cx="705139" cy="643706"/>
          </a:xfrm>
          <a:prstGeom prst="rect">
            <a:avLst/>
          </a:prstGeom>
        </p:spPr>
      </p:pic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3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715125" y="44450"/>
            <a:ext cx="2178050" cy="6697663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179388" y="44450"/>
            <a:ext cx="6383337" cy="6697663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8642350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50825" y="3937000"/>
            <a:ext cx="8642350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olo e testo sopra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8642350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250825" y="3937000"/>
            <a:ext cx="8642350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olo, testo e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lipArt 3"/>
          <p:cNvSpPr>
            <a:spLocks noGrp="1"/>
          </p:cNvSpPr>
          <p:nvPr>
            <p:ph type="clipArt"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olo, contenu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648200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250825" y="981075"/>
            <a:ext cx="8642350" cy="5761038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50825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250825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8200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 userDrawn="1"/>
        </p:nvSpPr>
        <p:spPr bwMode="auto">
          <a:xfrm>
            <a:off x="323850" y="1052513"/>
            <a:ext cx="8496300" cy="2592387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539750" y="4292600"/>
            <a:ext cx="8064500" cy="1860550"/>
          </a:xfrm>
          <a:prstGeom prst="roundRect">
            <a:avLst>
              <a:gd name="adj" fmla="val 6986"/>
            </a:avLst>
          </a:prstGeom>
          <a:solidFill>
            <a:schemeClr val="bg1">
              <a:alpha val="7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1268413"/>
            <a:ext cx="8135937" cy="216058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4213" y="4424363"/>
            <a:ext cx="7127875" cy="1655762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800">
                <a:latin typeface="Franklin Gothic Medium Cond" pitchFamily="34" charset="0"/>
              </a:defRPr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957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957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63119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29325" cy="63119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Freeform 27"/>
          <p:cNvSpPr>
            <a:spLocks/>
          </p:cNvSpPr>
          <p:nvPr userDrawn="1"/>
        </p:nvSpPr>
        <p:spPr bwMode="auto">
          <a:xfrm>
            <a:off x="-36513" y="-26988"/>
            <a:ext cx="8280401" cy="793751"/>
          </a:xfrm>
          <a:custGeom>
            <a:avLst/>
            <a:gdLst/>
            <a:ahLst/>
            <a:cxnLst>
              <a:cxn ang="0">
                <a:pos x="4990" y="499"/>
              </a:cxn>
              <a:cxn ang="0">
                <a:pos x="0" y="499"/>
              </a:cxn>
              <a:cxn ang="0">
                <a:pos x="0" y="0"/>
              </a:cxn>
              <a:cxn ang="0">
                <a:pos x="5063" y="5"/>
              </a:cxn>
              <a:cxn ang="0">
                <a:pos x="5219" y="5"/>
              </a:cxn>
              <a:cxn ang="0">
                <a:pos x="4990" y="497"/>
              </a:cxn>
              <a:cxn ang="0">
                <a:pos x="4988" y="497"/>
              </a:cxn>
              <a:cxn ang="0">
                <a:pos x="4990" y="499"/>
              </a:cxn>
            </a:cxnLst>
            <a:rect l="0" t="0" r="r" b="b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81075"/>
            <a:ext cx="8642350" cy="576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44450"/>
            <a:ext cx="7993062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Fare clic per modificare lo stile del titolo</a:t>
            </a:r>
          </a:p>
        </p:txBody>
      </p:sp>
      <p:grpSp>
        <p:nvGrpSpPr>
          <p:cNvPr id="24581" name="Group 33"/>
          <p:cNvGrpSpPr>
            <a:grpSpLocks/>
          </p:cNvGrpSpPr>
          <p:nvPr userDrawn="1"/>
        </p:nvGrpSpPr>
        <p:grpSpPr bwMode="auto">
          <a:xfrm>
            <a:off x="8243888" y="0"/>
            <a:ext cx="762000" cy="960438"/>
            <a:chOff x="4656" y="672"/>
            <a:chExt cx="480" cy="605"/>
          </a:xfrm>
        </p:grpSpPr>
        <p:grpSp>
          <p:nvGrpSpPr>
            <p:cNvPr id="24583" name="Group 34"/>
            <p:cNvGrpSpPr>
              <a:grpSpLocks/>
            </p:cNvGrpSpPr>
            <p:nvPr/>
          </p:nvGrpSpPr>
          <p:grpSpPr bwMode="auto">
            <a:xfrm>
              <a:off x="4656" y="672"/>
              <a:ext cx="480" cy="576"/>
              <a:chOff x="5280" y="0"/>
              <a:chExt cx="480" cy="576"/>
            </a:xfrm>
          </p:grpSpPr>
          <p:pic>
            <p:nvPicPr>
              <p:cNvPr id="24585" name="Picture 35" descr="images-3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/>
              <a:stretch>
                <a:fillRect/>
              </a:stretch>
            </p:blipFill>
            <p:spPr bwMode="auto">
              <a:xfrm>
                <a:off x="5280" y="0"/>
                <a:ext cx="480" cy="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60" name="Rectangle 36"/>
              <p:cNvSpPr>
                <a:spLocks noChangeArrowheads="1"/>
              </p:cNvSpPr>
              <p:nvPr/>
            </p:nvSpPr>
            <p:spPr bwMode="auto">
              <a:xfrm>
                <a:off x="5280" y="480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it-IT"/>
              </a:p>
            </p:txBody>
          </p:sp>
        </p:grpSp>
        <p:sp>
          <p:nvSpPr>
            <p:cNvPr id="1061" name="Text Box 37"/>
            <p:cNvSpPr txBox="1">
              <a:spLocks noChangeArrowheads="1"/>
            </p:cNvSpPr>
            <p:nvPr/>
          </p:nvSpPr>
          <p:spPr bwMode="auto">
            <a:xfrm>
              <a:off x="4656" y="1104"/>
              <a:ext cx="47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300" b="1">
                  <a:solidFill>
                    <a:srgbClr val="003366"/>
                  </a:solidFill>
                  <a:latin typeface="Courier New" pitchFamily="49" charset="0"/>
                </a:rPr>
                <a:t> </a:t>
              </a:r>
              <a:r>
                <a:rPr lang="en-US" sz="1200" b="1">
                  <a:solidFill>
                    <a:srgbClr val="000080"/>
                  </a:solidFill>
                  <a:latin typeface="Courier New" pitchFamily="49" charset="0"/>
                </a:rPr>
                <a:t>PerLab</a:t>
              </a:r>
            </a:p>
          </p:txBody>
        </p:sp>
      </p:grpSp>
      <p:sp>
        <p:nvSpPr>
          <p:cNvPr id="10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5" r:id="rId1"/>
    <p:sldLayoutId id="2147484756" r:id="rId2"/>
    <p:sldLayoutId id="2147484731" r:id="rId3"/>
    <p:sldLayoutId id="2147484757" r:id="rId4"/>
    <p:sldLayoutId id="2147484732" r:id="rId5"/>
    <p:sldLayoutId id="2147484758" r:id="rId6"/>
    <p:sldLayoutId id="2147484733" r:id="rId7"/>
    <p:sldLayoutId id="2147484734" r:id="rId8"/>
    <p:sldLayoutId id="2147484735" r:id="rId9"/>
    <p:sldLayoutId id="2147484736" r:id="rId10"/>
    <p:sldLayoutId id="2147484737" r:id="rId11"/>
    <p:sldLayoutId id="2147484738" r:id="rId12"/>
    <p:sldLayoutId id="2147484739" r:id="rId13"/>
    <p:sldLayoutId id="2147484740" r:id="rId14"/>
    <p:sldLayoutId id="2147484741" r:id="rId15"/>
    <p:sldLayoutId id="2147484742" r:id="rId16"/>
    <p:sldLayoutId id="2147484743" r:id="rId17"/>
    <p:sldLayoutId id="2147484744" r:id="rId18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271463" algn="l" rtl="0" eaLnBrk="0" fontAlgn="base" hangingPunct="0">
        <a:spcBef>
          <a:spcPct val="20000"/>
        </a:spcBef>
        <a:spcAft>
          <a:spcPct val="0"/>
        </a:spcAft>
        <a:buClr>
          <a:srgbClr val="000080"/>
        </a:buClr>
        <a:buFont typeface="Wingdings" pitchFamily="2" charset="2"/>
        <a:buChar char="§"/>
        <a:defRPr sz="2600">
          <a:solidFill>
            <a:schemeClr val="tx1"/>
          </a:solidFill>
          <a:latin typeface="+mn-lt"/>
        </a:defRPr>
      </a:lvl2pPr>
      <a:lvl3pPr marL="1436688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ð"/>
        <a:defRPr sz="2200">
          <a:solidFill>
            <a:schemeClr val="tx1"/>
          </a:solidFill>
          <a:latin typeface="+mn-lt"/>
        </a:defRPr>
      </a:lvl3pPr>
      <a:lvl4pPr marL="1844675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252663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7098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31670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6242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40814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Sommario</a:t>
            </a:r>
          </a:p>
        </p:txBody>
      </p:sp>
      <p:sp>
        <p:nvSpPr>
          <p:cNvPr id="25603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628775"/>
            <a:ext cx="8229600" cy="495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9" r:id="rId1"/>
    <p:sldLayoutId id="2147484745" r:id="rId2"/>
    <p:sldLayoutId id="2147484746" r:id="rId3"/>
    <p:sldLayoutId id="2147484747" r:id="rId4"/>
    <p:sldLayoutId id="2147484748" r:id="rId5"/>
    <p:sldLayoutId id="2147484749" r:id="rId6"/>
    <p:sldLayoutId id="2147484750" r:id="rId7"/>
    <p:sldLayoutId id="2147484751" r:id="rId8"/>
    <p:sldLayoutId id="2147484752" r:id="rId9"/>
    <p:sldLayoutId id="2147484753" r:id="rId10"/>
    <p:sldLayoutId id="214748475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271463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Font typeface="Wingdings" pitchFamily="2" charset="2"/>
        <a:buChar char="§"/>
        <a:defRPr sz="2800">
          <a:solidFill>
            <a:schemeClr val="hlink"/>
          </a:solidFill>
          <a:latin typeface="+mn-lt"/>
        </a:defRPr>
      </a:lvl2pPr>
      <a:lvl3pPr marL="1436688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ð"/>
        <a:defRPr sz="2400">
          <a:solidFill>
            <a:schemeClr val="hlink"/>
          </a:solidFill>
          <a:latin typeface="+mn-lt"/>
        </a:defRPr>
      </a:lvl3pPr>
      <a:lvl4pPr marL="18446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hlink"/>
          </a:solidFill>
          <a:latin typeface="+mn-lt"/>
        </a:defRPr>
      </a:lvl4pPr>
      <a:lvl5pPr marL="22526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5pPr>
      <a:lvl6pPr marL="27098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6pPr>
      <a:lvl7pPr marL="31670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7pPr>
      <a:lvl8pPr marL="36242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8pPr>
      <a:lvl9pPr marL="40814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528" y="404665"/>
            <a:ext cx="8496944" cy="2606782"/>
          </a:xfrm>
          <a:effectLst>
            <a:outerShdw dist="35921" dir="2700000" algn="ctr" rotWithShape="0">
              <a:schemeClr val="tx2">
                <a:alpha val="50000"/>
              </a:scheme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it-IT" sz="4400" dirty="0"/>
              <a:t>Programmazione C++ Moderna: </a:t>
            </a:r>
            <a:br>
              <a:rPr lang="it-IT" sz="4400" dirty="0"/>
            </a:br>
            <a:r>
              <a:rPr lang="it-IT" sz="4400" dirty="0"/>
              <a:t>i costrutti del nuovo standard C++26</a:t>
            </a:r>
            <a:endParaRPr lang="it-IT" sz="2400" dirty="0">
              <a:latin typeface="+mj-lt"/>
            </a:endParaRPr>
          </a:p>
        </p:txBody>
      </p:sp>
      <p:pic>
        <p:nvPicPr>
          <p:cNvPr id="31748" name="Picture 34" descr="marchio_unipi_pant541_28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1364" y="5445224"/>
            <a:ext cx="1920875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539552" y="3284984"/>
            <a:ext cx="8064500" cy="1812776"/>
          </a:xfrm>
        </p:spPr>
        <p:txBody>
          <a:bodyPr anchor="b"/>
          <a:lstStyle/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1800" dirty="0"/>
          </a:p>
          <a:p>
            <a:pPr algn="ctr">
              <a:lnSpc>
                <a:spcPct val="90000"/>
              </a:lnSpc>
            </a:pPr>
            <a:endParaRPr lang="en-US" altLang="it-IT" sz="18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2126934" y="3098680"/>
            <a:ext cx="4889737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dirty="0">
                <a:solidFill>
                  <a:srgbClr val="00336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Tesi di Laurea in </a:t>
            </a:r>
          </a:p>
          <a:p>
            <a:r>
              <a:rPr lang="it-IT" dirty="0">
                <a:solidFill>
                  <a:srgbClr val="00336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Ingegneria Informatica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316" y="4634101"/>
            <a:ext cx="1906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it-IT" sz="2000" b="1" dirty="0">
                <a:solidFill>
                  <a:srgbClr val="003366"/>
                </a:solidFill>
                <a:latin typeface="Calibri" panose="020F0502020204030204" pitchFamily="34" charset="0"/>
              </a:rPr>
              <a:t>Candidato</a:t>
            </a:r>
          </a:p>
          <a:p>
            <a:pPr marL="87313" algn="just"/>
            <a:r>
              <a:rPr lang="it-IT" sz="2000" dirty="0">
                <a:solidFill>
                  <a:srgbClr val="003366"/>
                </a:solidFill>
                <a:latin typeface="Calibri" panose="020F0502020204030204" pitchFamily="34" charset="0"/>
              </a:rPr>
              <a:t>Sebastiano Pala</a:t>
            </a:r>
            <a:endParaRPr lang="it-IT" sz="2800" dirty="0">
              <a:solidFill>
                <a:srgbClr val="00336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84168" y="4591403"/>
            <a:ext cx="2952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b="1" dirty="0">
                <a:solidFill>
                  <a:srgbClr val="003366"/>
                </a:solidFill>
                <a:latin typeface="Calibri" panose="020F0502020204030204" pitchFamily="34" charset="0"/>
              </a:rPr>
              <a:t>Relatori</a:t>
            </a:r>
          </a:p>
          <a:p>
            <a:pPr marL="87313" algn="just"/>
            <a:r>
              <a:rPr lang="it-IT" sz="2000" dirty="0">
                <a:solidFill>
                  <a:srgbClr val="003366"/>
                </a:solidFill>
                <a:latin typeface="Calibri" panose="020F0502020204030204" pitchFamily="34" charset="0"/>
              </a:rPr>
              <a:t>Prof. Marco </a:t>
            </a:r>
            <a:r>
              <a:rPr lang="it-IT" sz="2000" dirty="0" err="1">
                <a:solidFill>
                  <a:srgbClr val="003366"/>
                </a:solidFill>
                <a:latin typeface="Calibri" panose="020F0502020204030204" pitchFamily="34" charset="0"/>
              </a:rPr>
              <a:t>Cococcioni</a:t>
            </a:r>
            <a:endParaRPr lang="it-IT" sz="2000" dirty="0">
              <a:solidFill>
                <a:srgbClr val="0033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919531"/>
            <a:ext cx="8642350" cy="5761038"/>
          </a:xfrm>
        </p:spPr>
        <p:txBody>
          <a:bodyPr/>
          <a:lstStyle/>
          <a:p>
            <a:r>
              <a:rPr lang="it-IT" dirty="0"/>
              <a:t>Il C++ è un linguaggio estremamente potente, fornendo sia controllo a basso livello che estrema efficienza.</a:t>
            </a:r>
          </a:p>
          <a:p>
            <a:endParaRPr lang="it-IT" dirty="0"/>
          </a:p>
          <a:p>
            <a:r>
              <a:rPr lang="it-IT" dirty="0"/>
              <a:t>Si è evoluto negli anni introducendo astrazioni di alto livello senza perdere i vantaggi offerti.</a:t>
            </a:r>
          </a:p>
          <a:p>
            <a:endParaRPr lang="it-IT" dirty="0"/>
          </a:p>
          <a:p>
            <a:r>
              <a:rPr lang="it-IT" dirty="0"/>
              <a:t>Aree di interesse: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Compile-Time Programming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Gestione delle risorse e della memoria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Programmazione asincrona</a:t>
            </a:r>
          </a:p>
          <a:p>
            <a:endParaRPr lang="it-IT" dirty="0"/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Sebastiano Pala</a:t>
            </a:r>
            <a:r>
              <a:rPr lang="en-US" sz="1100" dirty="0">
                <a:latin typeface="Calibri" panose="020F0502020204030204" pitchFamily="34" charset="0"/>
              </a:rPr>
              <a:t>	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2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034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CTP e Gestione Risorse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981075"/>
            <a:ext cx="8642350" cy="5472261"/>
          </a:xfrm>
        </p:spPr>
        <p:txBody>
          <a:bodyPr/>
          <a:lstStyle/>
          <a:p>
            <a:r>
              <a:rPr lang="it-IT" dirty="0"/>
              <a:t>Compile-Time Programming: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Gestione delle risorse</a:t>
            </a:r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Sebastiano Pala		</a:t>
            </a:r>
            <a:r>
              <a:rPr lang="en-US" sz="1100" dirty="0">
                <a:latin typeface="Calibri" panose="020F0502020204030204" pitchFamily="34" charset="0"/>
              </a:rPr>
              <a:t>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3</a:t>
            </a:fld>
            <a:endParaRPr lang="it-IT" sz="1100" dirty="0">
              <a:latin typeface="Calibri" panose="020F0502020204030204" pitchFamily="34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34B2A14-21C9-9530-4519-8DAA1E011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1764494"/>
            <a:ext cx="3572110" cy="648072"/>
          </a:xfrm>
          <a:prstGeom prst="rect">
            <a:avLst/>
          </a:prstGeom>
        </p:spPr>
      </p:pic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5508AC6F-86C7-EF98-C5DE-C182D7D78622}"/>
              </a:ext>
            </a:extLst>
          </p:cNvPr>
          <p:cNvSpPr/>
          <p:nvPr/>
        </p:nvSpPr>
        <p:spPr bwMode="auto">
          <a:xfrm>
            <a:off x="3918172" y="2224632"/>
            <a:ext cx="504056" cy="375867"/>
          </a:xfrm>
          <a:prstGeom prst="rightArrow">
            <a:avLst/>
          </a:prstGeom>
          <a:solidFill>
            <a:srgbClr val="5182D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4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ranklin Gothic Heavy" pitchFamily="34" charset="0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E676D39-691A-A1B8-DF01-11402FF07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085" y="1764494"/>
            <a:ext cx="4348222" cy="130446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5F5F24B-25EA-8875-29AD-A59757C46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97" y="2460452"/>
            <a:ext cx="1807010" cy="684357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6BB126CA-9B0E-D8A3-B53F-5FFDE85F3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891" y="3741956"/>
            <a:ext cx="2712610" cy="2806833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5045D3C9-AE66-8FC5-A298-F1F1573B3F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825" y="4323537"/>
            <a:ext cx="3817965" cy="2030833"/>
          </a:xfrm>
          <a:prstGeom prst="rect">
            <a:avLst/>
          </a:prstGeom>
        </p:spPr>
      </p:pic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FEE3A914-467F-9678-F27E-D6765515C473}"/>
              </a:ext>
            </a:extLst>
          </p:cNvPr>
          <p:cNvSpPr/>
          <p:nvPr/>
        </p:nvSpPr>
        <p:spPr bwMode="auto">
          <a:xfrm>
            <a:off x="4417217" y="4957438"/>
            <a:ext cx="504056" cy="375867"/>
          </a:xfrm>
          <a:prstGeom prst="rightArrow">
            <a:avLst/>
          </a:prstGeom>
          <a:solidFill>
            <a:srgbClr val="5182D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4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ranklin Gothic Heavy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626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Programmazione Asincrona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556" y="990327"/>
            <a:ext cx="8642350" cy="5761038"/>
          </a:xfrm>
        </p:spPr>
        <p:txBody>
          <a:bodyPr/>
          <a:lstStyle/>
          <a:p>
            <a:r>
              <a:rPr lang="it-IT" dirty="0"/>
              <a:t>Supporto nativo del multithreading</a:t>
            </a:r>
          </a:p>
          <a:p>
            <a:endParaRPr lang="it-IT" u="sng" dirty="0"/>
          </a:p>
          <a:p>
            <a:endParaRPr lang="it-IT" u="sng" dirty="0"/>
          </a:p>
          <a:p>
            <a:endParaRPr lang="it-IT" u="sng" dirty="0"/>
          </a:p>
          <a:p>
            <a:r>
              <a:rPr lang="it-IT" dirty="0"/>
              <a:t>Le Coroutine</a:t>
            </a:r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Sebastiano Pala		</a:t>
            </a:r>
            <a:r>
              <a:rPr lang="en-US" sz="1100" dirty="0">
                <a:latin typeface="Calibri" panose="020F0502020204030204" pitchFamily="34" charset="0"/>
              </a:rPr>
              <a:t>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4</a:t>
            </a:fld>
            <a:endParaRPr lang="it-IT" sz="1100" dirty="0">
              <a:latin typeface="Calibri" panose="020F0502020204030204" pitchFamily="34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194221C-E353-E6F9-6E53-6FADFA057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1556792"/>
            <a:ext cx="3916354" cy="1193008"/>
          </a:xfrm>
          <a:prstGeom prst="rect">
            <a:avLst/>
          </a:prstGeom>
        </p:spPr>
      </p:pic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37471ABB-09E1-6244-F1D5-CD04E87FA323}"/>
              </a:ext>
            </a:extLst>
          </p:cNvPr>
          <p:cNvSpPr/>
          <p:nvPr/>
        </p:nvSpPr>
        <p:spPr bwMode="auto">
          <a:xfrm>
            <a:off x="4436167" y="1963633"/>
            <a:ext cx="504056" cy="375867"/>
          </a:xfrm>
          <a:prstGeom prst="rightArrow">
            <a:avLst/>
          </a:prstGeom>
          <a:solidFill>
            <a:srgbClr val="5182D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4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ranklin Gothic Heavy" pitchFamily="34" charset="0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4BE17BB8-8580-6CAD-0AFE-F491679BB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920" y="1556792"/>
            <a:ext cx="2763530" cy="156541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B5A4DB1F-C756-1F58-63AF-048F0EEB9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3870846"/>
            <a:ext cx="3808388" cy="2541137"/>
          </a:xfrm>
          <a:prstGeom prst="rect">
            <a:avLst/>
          </a:prstGeom>
        </p:spPr>
      </p:pic>
      <p:sp>
        <p:nvSpPr>
          <p:cNvPr id="31" name="Rettangolo 30">
            <a:extLst>
              <a:ext uri="{FF2B5EF4-FFF2-40B4-BE49-F238E27FC236}">
                <a16:creationId xmlns:a16="http://schemas.microsoft.com/office/drawing/2014/main" id="{63EC0B0C-645E-525E-746C-6D9102425DB7}"/>
              </a:ext>
            </a:extLst>
          </p:cNvPr>
          <p:cNvSpPr/>
          <p:nvPr/>
        </p:nvSpPr>
        <p:spPr bwMode="auto">
          <a:xfrm>
            <a:off x="4009415" y="6226334"/>
            <a:ext cx="426751" cy="145516"/>
          </a:xfrm>
          <a:prstGeom prst="rect">
            <a:avLst/>
          </a:prstGeom>
          <a:solidFill>
            <a:srgbClr val="5182D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4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ranklin Gothic Heavy" pitchFamily="34" charset="0"/>
            </a:endParaRPr>
          </a:p>
        </p:txBody>
      </p:sp>
      <p:sp>
        <p:nvSpPr>
          <p:cNvPr id="32" name="Freccia angolare in su 31">
            <a:extLst>
              <a:ext uri="{FF2B5EF4-FFF2-40B4-BE49-F238E27FC236}">
                <a16:creationId xmlns:a16="http://schemas.microsoft.com/office/drawing/2014/main" id="{769AB67B-E8F6-B09B-8212-B76999D5193B}"/>
              </a:ext>
            </a:extLst>
          </p:cNvPr>
          <p:cNvSpPr/>
          <p:nvPr/>
        </p:nvSpPr>
        <p:spPr bwMode="auto">
          <a:xfrm rot="5400000" flipH="1">
            <a:off x="3469389" y="4888791"/>
            <a:ext cx="2298224" cy="639889"/>
          </a:xfrm>
          <a:prstGeom prst="bentUpArrow">
            <a:avLst>
              <a:gd name="adj1" fmla="val 23685"/>
              <a:gd name="adj2" fmla="val 25000"/>
              <a:gd name="adj3" fmla="val 32145"/>
            </a:avLst>
          </a:prstGeom>
          <a:solidFill>
            <a:srgbClr val="5182D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4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ranklin Gothic Heavy" pitchFamily="34" charset="0"/>
            </a:endParaRP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4F1240C7-0A28-29B2-794F-FC7F3D6CEBB3}"/>
              </a:ext>
            </a:extLst>
          </p:cNvPr>
          <p:cNvSpPr/>
          <p:nvPr/>
        </p:nvSpPr>
        <p:spPr bwMode="auto">
          <a:xfrm>
            <a:off x="4056462" y="6245114"/>
            <a:ext cx="379704" cy="126736"/>
          </a:xfrm>
          <a:prstGeom prst="rect">
            <a:avLst/>
          </a:prstGeom>
          <a:solidFill>
            <a:srgbClr val="5182D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4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ranklin Gothic Heavy" pitchFamily="34" charset="0"/>
            </a:endParaRP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2EAB465F-1022-92E5-C97B-44B2879FB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539" y="3719506"/>
            <a:ext cx="3273506" cy="288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3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E9F5-D07A-0974-6FBB-C60E342C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3664-9D9A-6269-0FAF-CABB31F31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40EBC-893E-B616-DE6C-C57B25987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56" y="990327"/>
            <a:ext cx="8704932" cy="2582689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it-IT" dirty="0"/>
              <a:t>Sono stati analizzati i costrutti del linguaggio osservando il loro impatto tramite spezzoni di codice</a:t>
            </a:r>
          </a:p>
          <a:p>
            <a:pPr>
              <a:spcBef>
                <a:spcPts val="200"/>
              </a:spcBef>
            </a:pPr>
            <a:endParaRPr lang="it-IT" dirty="0"/>
          </a:p>
          <a:p>
            <a:pPr>
              <a:spcBef>
                <a:spcPts val="0"/>
              </a:spcBef>
            </a:pPr>
            <a:r>
              <a:rPr lang="it-IT" dirty="0"/>
              <a:t>Sono state analizzate le proposte del C++26 e la loro relativa sintassi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91992DE-5801-292E-1633-180FDEC61C6F}"/>
              </a:ext>
            </a:extLst>
          </p:cNvPr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Sebastiano Pala		</a:t>
            </a:r>
            <a:r>
              <a:rPr lang="en-US" sz="1100" dirty="0">
                <a:latin typeface="Calibri" panose="020F0502020204030204" pitchFamily="34" charset="0"/>
              </a:rPr>
              <a:t>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5</a:t>
            </a:fld>
            <a:endParaRPr lang="it-IT" sz="1100" dirty="0">
              <a:latin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A3FAD43-16BD-B437-705E-6BE5C8EFB449}"/>
              </a:ext>
            </a:extLst>
          </p:cNvPr>
          <p:cNvSpPr txBox="1">
            <a:spLocks/>
          </p:cNvSpPr>
          <p:nvPr/>
        </p:nvSpPr>
        <p:spPr bwMode="auto">
          <a:xfrm>
            <a:off x="259556" y="3740574"/>
            <a:ext cx="3632361" cy="3051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30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93750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436688" indent="-3635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ð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446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52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098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31670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6242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40814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kern="0" dirty="0"/>
              <a:t>Costrutti: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kern="0" dirty="0" err="1"/>
              <a:t>Constexpr</a:t>
            </a:r>
            <a:endParaRPr lang="it-IT" sz="2000" kern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kern="0" dirty="0" err="1"/>
              <a:t>Move</a:t>
            </a:r>
            <a:r>
              <a:rPr lang="it-IT" sz="2000" kern="0" dirty="0"/>
              <a:t> </a:t>
            </a:r>
            <a:r>
              <a:rPr lang="it-IT" sz="2000" kern="0" dirty="0" err="1"/>
              <a:t>Semantics</a:t>
            </a:r>
            <a:endParaRPr lang="it-IT" sz="2000" kern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kern="0" dirty="0"/>
              <a:t>Smart Pointers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kern="0" dirty="0"/>
              <a:t>Scope </a:t>
            </a:r>
            <a:r>
              <a:rPr lang="it-IT" sz="2000" kern="0" dirty="0" err="1"/>
              <a:t>Guards</a:t>
            </a:r>
            <a:endParaRPr lang="it-IT" sz="2000" kern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kern="0" dirty="0" err="1"/>
              <a:t>Thread</a:t>
            </a:r>
            <a:r>
              <a:rPr lang="it-IT" sz="2000" kern="0" dirty="0"/>
              <a:t>/</a:t>
            </a:r>
            <a:r>
              <a:rPr lang="it-IT" sz="2000" kern="0" dirty="0" err="1"/>
              <a:t>Jthread</a:t>
            </a:r>
            <a:endParaRPr lang="it-IT" sz="2000" kern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kern="0" dirty="0"/>
              <a:t>Coroutine</a:t>
            </a:r>
          </a:p>
          <a:p>
            <a:endParaRPr lang="it-IT" sz="2400" kern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3FED70B-0BA5-671D-9AB1-846B9CF78953}"/>
              </a:ext>
            </a:extLst>
          </p:cNvPr>
          <p:cNvSpPr txBox="1">
            <a:spLocks/>
          </p:cNvSpPr>
          <p:nvPr/>
        </p:nvSpPr>
        <p:spPr bwMode="auto">
          <a:xfrm>
            <a:off x="4560607" y="3740574"/>
            <a:ext cx="4392488" cy="2482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30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93750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436688" indent="-3635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ð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446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52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098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31670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6242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40814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2400" kern="0" dirty="0"/>
              <a:t>Proposte: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kern="0" dirty="0" err="1"/>
              <a:t>std</a:t>
            </a:r>
            <a:r>
              <a:rPr lang="it-IT" sz="2000" kern="0" dirty="0"/>
              <a:t>::</a:t>
            </a:r>
            <a:r>
              <a:rPr lang="it-IT" sz="2000" kern="0" dirty="0" err="1"/>
              <a:t>hive</a:t>
            </a:r>
            <a:endParaRPr lang="it-IT" sz="2000" kern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kern="0" dirty="0" err="1"/>
              <a:t>Reflection</a:t>
            </a:r>
            <a:endParaRPr lang="it-IT" sz="2000" kern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kern="0" dirty="0" err="1"/>
              <a:t>indirect</a:t>
            </a:r>
            <a:r>
              <a:rPr lang="it-IT" sz="2000" kern="0" dirty="0"/>
              <a:t>&lt;T&gt;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kern="0" dirty="0"/>
              <a:t>Mixed </a:t>
            </a:r>
            <a:r>
              <a:rPr lang="it-IT" sz="2000" kern="0" dirty="0" err="1"/>
              <a:t>comparisons</a:t>
            </a:r>
            <a:endParaRPr lang="it-IT" sz="2000" kern="0" dirty="0"/>
          </a:p>
        </p:txBody>
      </p:sp>
    </p:spTree>
    <p:extLst>
      <p:ext uri="{BB962C8B-B14F-4D97-AF65-F5344CB8AC3E}">
        <p14:creationId xmlns:p14="http://schemas.microsoft.com/office/powerpoint/2010/main" val="3713587228"/>
      </p:ext>
    </p:extLst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009999"/>
      </a:hlink>
      <a:folHlink>
        <a:srgbClr val="006666"/>
      </a:folHlink>
    </a:clrScheme>
    <a:fontScheme name="Struttura predefinita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5C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4D4D4D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utline">
  <a:themeElements>
    <a:clrScheme name="Outline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4D4D4D"/>
      </a:hlink>
      <a:folHlink>
        <a:srgbClr val="006666"/>
      </a:folHlink>
    </a:clrScheme>
    <a:fontScheme name="Outline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lnDef>
  </a:objectDefaults>
  <a:extraClrSchemeLst>
    <a:extraClrScheme>
      <a:clrScheme name="Outlin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5C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4D4D4D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utline 14">
    <a:dk1>
      <a:srgbClr val="000000"/>
    </a:dk1>
    <a:lt1>
      <a:srgbClr val="FFFFFF"/>
    </a:lt1>
    <a:dk2>
      <a:srgbClr val="000000"/>
    </a:dk2>
    <a:lt2>
      <a:srgbClr val="808080"/>
    </a:lt2>
    <a:accent1>
      <a:srgbClr val="61CB96"/>
    </a:accent1>
    <a:accent2>
      <a:srgbClr val="008080"/>
    </a:accent2>
    <a:accent3>
      <a:srgbClr val="FFFFFF"/>
    </a:accent3>
    <a:accent4>
      <a:srgbClr val="000000"/>
    </a:accent4>
    <a:accent5>
      <a:srgbClr val="B7E2C9"/>
    </a:accent5>
    <a:accent6>
      <a:srgbClr val="007373"/>
    </a:accent6>
    <a:hlink>
      <a:srgbClr val="009999"/>
    </a:hlink>
    <a:folHlink>
      <a:srgbClr val="00666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87F4B55222A24C8B7E63E714D26F7A" ma:contentTypeVersion="4" ma:contentTypeDescription="Create a new document." ma:contentTypeScope="" ma:versionID="91167a3f100f4402a7765f05029025f0">
  <xsd:schema xmlns:xsd="http://www.w3.org/2001/XMLSchema" xmlns:xs="http://www.w3.org/2001/XMLSchema" xmlns:p="http://schemas.microsoft.com/office/2006/metadata/properties" xmlns:ns3="d4401d7c-ccc7-4848-a4a3-0fb664184728" targetNamespace="http://schemas.microsoft.com/office/2006/metadata/properties" ma:root="true" ma:fieldsID="59f513ddf05ac734eaabb275e266d645" ns3:_="">
    <xsd:import namespace="d4401d7c-ccc7-4848-a4a3-0fb66418472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401d7c-ccc7-4848-a4a3-0fb66418472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C732A2D-5DF4-4AAC-BFDC-DDE8091437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F00A7A-1B1E-4D30-B1F1-F12397B96A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401d7c-ccc7-4848-a4a3-0fb6641847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42B0EA-9BDD-49D2-AF89-3FA3852B9777}">
  <ds:schemaRefs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d4401d7c-ccc7-4848-a4a3-0fb664184728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30748</TotalTime>
  <Words>197</Words>
  <Application>Microsoft Office PowerPoint</Application>
  <PresentationFormat>Presentazione su schermo (4:3)</PresentationFormat>
  <Paragraphs>65</Paragraphs>
  <Slides>5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5</vt:i4>
      </vt:variant>
    </vt:vector>
  </HeadingPairs>
  <TitlesOfParts>
    <vt:vector size="16" baseType="lpstr">
      <vt:lpstr>Arial</vt:lpstr>
      <vt:lpstr>Calibri</vt:lpstr>
      <vt:lpstr>Courier New</vt:lpstr>
      <vt:lpstr>Franklin Gothic Demi</vt:lpstr>
      <vt:lpstr>Franklin Gothic Demi Cond</vt:lpstr>
      <vt:lpstr>Franklin Gothic Heavy</vt:lpstr>
      <vt:lpstr>Franklin Gothic Medium</vt:lpstr>
      <vt:lpstr>Franklin Gothic Medium Cond</vt:lpstr>
      <vt:lpstr>Wingdings</vt:lpstr>
      <vt:lpstr>Struttura predefinita</vt:lpstr>
      <vt:lpstr>Outline</vt:lpstr>
      <vt:lpstr>Programmazione C++ Moderna:  i costrutti del nuovo standard C++26</vt:lpstr>
      <vt:lpstr>Introduzione</vt:lpstr>
      <vt:lpstr>CTP e Gestione Risorse</vt:lpstr>
      <vt:lpstr>Programmazione Asincrona</vt:lpstr>
      <vt:lpstr>Conclusioni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e valutazione di un protocollo di power management per reti di sensori</dc:title>
  <dc:creator>Mdf</dc:creator>
  <cp:lastModifiedBy>Sebastiano Pala</cp:lastModifiedBy>
  <cp:revision>1207</cp:revision>
  <cp:lastPrinted>2016-05-24T07:18:58Z</cp:lastPrinted>
  <dcterms:created xsi:type="dcterms:W3CDTF">2005-03-30T13:34:00Z</dcterms:created>
  <dcterms:modified xsi:type="dcterms:W3CDTF">2025-10-05T07:48:54Z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0x010100B687F4B55222A24C8B7E63E714D26F7A</vt:lpwstr>
  </property>
</Properties>
</file>